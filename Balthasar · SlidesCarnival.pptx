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Montserrat"/>
      <p:regular r:id="rId46"/>
      <p:bold r:id="rId47"/>
      <p:italic r:id="rId48"/>
      <p:boldItalic r:id="rId49"/>
    </p:embeddedFont>
    <p:embeddedFont>
      <p:font typeface="PT Serif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463C4F-00D1-4018-A6DE-004B5B6CABB1}">
  <a:tblStyle styleId="{E5463C4F-00D1-4018-A6DE-004B5B6CAB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A1FF242-EA46-4A17-8CB5-F2BAE5C89EA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erif-bold.fntdata"/><Relationship Id="rId50" Type="http://schemas.openxmlformats.org/officeDocument/2006/relationships/font" Target="fonts/PTSerif-regular.fntdata"/><Relationship Id="rId53" Type="http://schemas.openxmlformats.org/officeDocument/2006/relationships/font" Target="fonts/PTSerif-boldItalic.fntdata"/><Relationship Id="rId52" Type="http://schemas.openxmlformats.org/officeDocument/2006/relationships/font" Target="fonts/PTSerif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bd3cf23c1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bd3cf23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bd3cf23c17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bd3cf23c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bd3cf23c17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bd3cf23c1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bd3cf23c17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bd3cf23c1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bd3cf23c17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bd3cf23c1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bd3cf23c17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bd3cf23c1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bd3cf23c17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bd3cf23c1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bd3cf23c17_0_1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bd3cf23c1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bd3cf23c17_0_1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bd3cf23c1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bd3cf23c17_0_2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bd3cf23c1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5694cd56_0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5694cd56_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8032c154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8032c15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1351bf01e1_11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1351bf01e1_1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41a88a5981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41a88a598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8142711" y="3918330"/>
            <a:ext cx="943913" cy="133739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2" name="Google Shape;22;p2"/>
          <p:cNvSpPr/>
          <p:nvPr/>
        </p:nvSpPr>
        <p:spPr>
          <a:xfrm>
            <a:off x="8246778" y="1061814"/>
            <a:ext cx="565397" cy="7946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" name="Google Shape;23;p2"/>
          <p:cNvSpPr/>
          <p:nvPr/>
        </p:nvSpPr>
        <p:spPr>
          <a:xfrm>
            <a:off x="7302238" y="4554392"/>
            <a:ext cx="623239" cy="6685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4" name="Google Shape;24;p2"/>
          <p:cNvSpPr/>
          <p:nvPr/>
        </p:nvSpPr>
        <p:spPr>
          <a:xfrm>
            <a:off x="8812176" y="313545"/>
            <a:ext cx="505297" cy="64940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5" name="Google Shape;25;p2"/>
          <p:cNvSpPr/>
          <p:nvPr/>
        </p:nvSpPr>
        <p:spPr>
          <a:xfrm>
            <a:off x="7486177" y="4101249"/>
            <a:ext cx="218857" cy="3385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6" name="Google Shape;26;p2"/>
          <p:cNvSpPr/>
          <p:nvPr/>
        </p:nvSpPr>
        <p:spPr>
          <a:xfrm>
            <a:off x="6980299" y="-88163"/>
            <a:ext cx="707299" cy="10564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7" name="Google Shape;27;p2"/>
          <p:cNvSpPr/>
          <p:nvPr/>
        </p:nvSpPr>
        <p:spPr>
          <a:xfrm>
            <a:off x="8353588" y="325842"/>
            <a:ext cx="315620" cy="43634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8" name="Google Shape;28;p2"/>
          <p:cNvSpPr/>
          <p:nvPr/>
        </p:nvSpPr>
        <p:spPr>
          <a:xfrm>
            <a:off x="7687616" y="916471"/>
            <a:ext cx="245359" cy="4531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9" name="Google Shape;29;p2"/>
          <p:cNvSpPr/>
          <p:nvPr/>
        </p:nvSpPr>
        <p:spPr>
          <a:xfrm>
            <a:off x="8637153" y="2924174"/>
            <a:ext cx="816948" cy="110613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30" name="Google Shape;30;p2"/>
          <p:cNvSpPr/>
          <p:nvPr/>
        </p:nvSpPr>
        <p:spPr>
          <a:xfrm rot="-5400000">
            <a:off x="6840000" y="4568068"/>
            <a:ext cx="417000" cy="328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 rot="5400000">
            <a:off x="6496124" y="-12475"/>
            <a:ext cx="589800" cy="40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08235" y="3375182"/>
            <a:ext cx="218854" cy="3098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33" name="Google Shape;33;p2"/>
          <p:cNvSpPr/>
          <p:nvPr/>
        </p:nvSpPr>
        <p:spPr>
          <a:xfrm>
            <a:off x="8013853" y="659316"/>
            <a:ext cx="258850" cy="30899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7828438" y="4163755"/>
            <a:ext cx="206506" cy="21354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8003439" y="1292797"/>
            <a:ext cx="172864" cy="2111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36" name="Google Shape;36;p2"/>
          <p:cNvSpPr/>
          <p:nvPr/>
        </p:nvSpPr>
        <p:spPr>
          <a:xfrm>
            <a:off x="7939495" y="-95340"/>
            <a:ext cx="476421" cy="6611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37" name="Google Shape;37;p2"/>
          <p:cNvSpPr/>
          <p:nvPr/>
        </p:nvSpPr>
        <p:spPr>
          <a:xfrm>
            <a:off x="7709340" y="156126"/>
            <a:ext cx="64053" cy="15820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9017902" y="4284544"/>
            <a:ext cx="121390" cy="1663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39" name="Google Shape;39;p2"/>
          <p:cNvSpPr/>
          <p:nvPr/>
        </p:nvSpPr>
        <p:spPr>
          <a:xfrm>
            <a:off x="8736528" y="68644"/>
            <a:ext cx="172852" cy="25157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9053841" y="1122374"/>
            <a:ext cx="172853" cy="22214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41" name="Google Shape;41;p2"/>
          <p:cNvSpPr txBox="1"/>
          <p:nvPr>
            <p:ph type="ctrTitle"/>
          </p:nvPr>
        </p:nvSpPr>
        <p:spPr>
          <a:xfrm>
            <a:off x="1661700" y="1991825"/>
            <a:ext cx="5820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2"/>
          <p:cNvSpPr/>
          <p:nvPr/>
        </p:nvSpPr>
        <p:spPr>
          <a:xfrm>
            <a:off x="240789" y="-249878"/>
            <a:ext cx="1325150" cy="183895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43" name="Google Shape;43;p2"/>
          <p:cNvSpPr/>
          <p:nvPr/>
        </p:nvSpPr>
        <p:spPr>
          <a:xfrm>
            <a:off x="1462669" y="359548"/>
            <a:ext cx="684178" cy="8358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-145673" y="1499255"/>
            <a:ext cx="545851" cy="81531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45" name="Google Shape;45;p2"/>
          <p:cNvSpPr/>
          <p:nvPr/>
        </p:nvSpPr>
        <p:spPr>
          <a:xfrm>
            <a:off x="468639" y="3330899"/>
            <a:ext cx="596301" cy="7118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0</a:t>
            </a:r>
          </a:p>
        </p:txBody>
      </p:sp>
      <p:sp>
        <p:nvSpPr>
          <p:cNvPr id="46" name="Google Shape;46;p2"/>
          <p:cNvSpPr/>
          <p:nvPr/>
        </p:nvSpPr>
        <p:spPr>
          <a:xfrm>
            <a:off x="2715924" y="4728432"/>
            <a:ext cx="422823" cy="54341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8</a:t>
            </a:r>
          </a:p>
        </p:txBody>
      </p:sp>
      <p:sp>
        <p:nvSpPr>
          <p:cNvPr id="47" name="Google Shape;47;p2"/>
          <p:cNvSpPr/>
          <p:nvPr/>
        </p:nvSpPr>
        <p:spPr>
          <a:xfrm>
            <a:off x="857004" y="4218046"/>
            <a:ext cx="948321" cy="101728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48" name="Google Shape;48;p2"/>
          <p:cNvSpPr/>
          <p:nvPr/>
        </p:nvSpPr>
        <p:spPr>
          <a:xfrm>
            <a:off x="6477124" y="659323"/>
            <a:ext cx="375994" cy="4184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¥</a:t>
            </a:r>
          </a:p>
        </p:txBody>
      </p:sp>
      <p:sp>
        <p:nvSpPr>
          <p:cNvPr id="49" name="Google Shape;49;p2"/>
          <p:cNvSpPr/>
          <p:nvPr/>
        </p:nvSpPr>
        <p:spPr>
          <a:xfrm>
            <a:off x="2001208" y="4048123"/>
            <a:ext cx="340184" cy="4966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2</a:t>
            </a:r>
          </a:p>
        </p:txBody>
      </p:sp>
      <p:sp>
        <p:nvSpPr>
          <p:cNvPr id="50" name="Google Shape;50;p2"/>
          <p:cNvSpPr/>
          <p:nvPr/>
        </p:nvSpPr>
        <p:spPr>
          <a:xfrm>
            <a:off x="-202825" y="3641301"/>
            <a:ext cx="863938" cy="1198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9</a:t>
            </a:r>
          </a:p>
        </p:txBody>
      </p:sp>
      <p:sp>
        <p:nvSpPr>
          <p:cNvPr id="51" name="Google Shape;51;p2"/>
          <p:cNvSpPr/>
          <p:nvPr/>
        </p:nvSpPr>
        <p:spPr>
          <a:xfrm rot="-5400000">
            <a:off x="1953573" y="-64893"/>
            <a:ext cx="756300" cy="595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 rot="5400000">
            <a:off x="2309286" y="4286696"/>
            <a:ext cx="746700" cy="515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09496" y="3809336"/>
            <a:ext cx="234870" cy="3321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3</a:t>
            </a:r>
          </a:p>
        </p:txBody>
      </p:sp>
      <p:sp>
        <p:nvSpPr>
          <p:cNvPr id="54" name="Google Shape;54;p2"/>
          <p:cNvSpPr/>
          <p:nvPr/>
        </p:nvSpPr>
        <p:spPr>
          <a:xfrm>
            <a:off x="180514" y="977226"/>
            <a:ext cx="178753" cy="33011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1</a:t>
            </a:r>
          </a:p>
        </p:txBody>
      </p:sp>
      <p:sp>
        <p:nvSpPr>
          <p:cNvPr id="55" name="Google Shape;55;p2"/>
          <p:cNvSpPr/>
          <p:nvPr/>
        </p:nvSpPr>
        <p:spPr>
          <a:xfrm>
            <a:off x="2001208" y="4738570"/>
            <a:ext cx="172436" cy="24505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£</a:t>
            </a:r>
          </a:p>
        </p:txBody>
      </p:sp>
      <p:sp>
        <p:nvSpPr>
          <p:cNvPr id="56" name="Google Shape;56;p2"/>
          <p:cNvSpPr/>
          <p:nvPr/>
        </p:nvSpPr>
        <p:spPr>
          <a:xfrm>
            <a:off x="3322800" y="4742227"/>
            <a:ext cx="163350" cy="23774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5</a:t>
            </a:r>
          </a:p>
        </p:txBody>
      </p:sp>
      <p:sp>
        <p:nvSpPr>
          <p:cNvPr id="57" name="Google Shape;57;p2"/>
          <p:cNvSpPr/>
          <p:nvPr/>
        </p:nvSpPr>
        <p:spPr>
          <a:xfrm>
            <a:off x="2629623" y="359546"/>
            <a:ext cx="461790" cy="63919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7</a:t>
            </a:r>
          </a:p>
        </p:txBody>
      </p:sp>
      <p:sp>
        <p:nvSpPr>
          <p:cNvPr id="58" name="Google Shape;58;p2"/>
          <p:cNvSpPr/>
          <p:nvPr/>
        </p:nvSpPr>
        <p:spPr>
          <a:xfrm>
            <a:off x="65335" y="101130"/>
            <a:ext cx="123829" cy="1753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59" name="Google Shape;59;p2"/>
          <p:cNvSpPr/>
          <p:nvPr/>
        </p:nvSpPr>
        <p:spPr>
          <a:xfrm>
            <a:off x="575656" y="4769892"/>
            <a:ext cx="128737" cy="182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5</a:t>
            </a:r>
          </a:p>
        </p:txBody>
      </p:sp>
      <p:sp>
        <p:nvSpPr>
          <p:cNvPr id="60" name="Google Shape;60;p2"/>
          <p:cNvSpPr/>
          <p:nvPr/>
        </p:nvSpPr>
        <p:spPr>
          <a:xfrm>
            <a:off x="735785" y="1757713"/>
            <a:ext cx="212661" cy="27330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6</a:t>
            </a:r>
          </a:p>
        </p:txBody>
      </p:sp>
      <p:sp>
        <p:nvSpPr>
          <p:cNvPr id="61" name="Google Shape;61;p2"/>
          <p:cNvSpPr/>
          <p:nvPr/>
        </p:nvSpPr>
        <p:spPr>
          <a:xfrm>
            <a:off x="1617563" y="68452"/>
            <a:ext cx="187263" cy="24066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ctrTitle"/>
          </p:nvPr>
        </p:nvSpPr>
        <p:spPr>
          <a:xfrm>
            <a:off x="685800" y="2726350"/>
            <a:ext cx="55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3"/>
          <p:cNvSpPr txBox="1"/>
          <p:nvPr>
            <p:ph idx="1" type="subTitle"/>
          </p:nvPr>
        </p:nvSpPr>
        <p:spPr>
          <a:xfrm>
            <a:off x="685800" y="3983054"/>
            <a:ext cx="5514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3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66" name="Google Shape;66;p3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67" name="Google Shape;67;p3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68" name="Google Shape;68;p3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69" name="Google Shape;69;p3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70" name="Google Shape;70;p3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71" name="Google Shape;71;p3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72" name="Google Shape;72;p3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73" name="Google Shape;73;p3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74" name="Google Shape;74;p3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77" name="Google Shape;77;p3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78" name="Google Shape;78;p3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79" name="Google Shape;79;p3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80" name="Google Shape;80;p3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81" name="Google Shape;81;p3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82" name="Google Shape;82;p3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83" name="Google Shape;83;p3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84" name="Google Shape;84;p3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idx="1" type="body"/>
          </p:nvPr>
        </p:nvSpPr>
        <p:spPr>
          <a:xfrm>
            <a:off x="724389" y="2161800"/>
            <a:ext cx="53436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SzPts val="3200"/>
              <a:buChar char="⊸"/>
              <a:defRPr i="1" sz="3200"/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SzPts val="3200"/>
              <a:buChar char="▫"/>
              <a:defRPr i="1" sz="3200"/>
            </a:lvl2pPr>
            <a:lvl3pPr indent="-431800" lvl="2" marL="1371600" rtl="0">
              <a:spcBef>
                <a:spcPts val="0"/>
              </a:spcBef>
              <a:spcAft>
                <a:spcPts val="0"/>
              </a:spcAft>
              <a:buSzPts val="3200"/>
              <a:buChar char="⋅"/>
              <a:defRPr i="1" sz="3200"/>
            </a:lvl3pPr>
            <a:lvl4pPr indent="-431800" lvl="3" marL="1828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i="1" sz="3200"/>
            </a:lvl4pPr>
            <a:lvl5pPr indent="-431800" lvl="4" marL="22860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5pPr>
            <a:lvl6pPr indent="-431800" lvl="5" marL="27432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6pPr>
            <a:lvl7pPr indent="-431800" lvl="6" marL="32004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i="1" sz="3200"/>
            </a:lvl7pPr>
            <a:lvl8pPr indent="-431800" lvl="7" marL="36576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9pPr>
          </a:lstStyle>
          <a:p/>
        </p:txBody>
      </p:sp>
      <p:sp>
        <p:nvSpPr>
          <p:cNvPr id="87" name="Google Shape;87;p4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88" name="Google Shape;88;p4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89" name="Google Shape;89;p4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90" name="Google Shape;90;p4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91" name="Google Shape;91;p4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92" name="Google Shape;92;p4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93" name="Google Shape;93;p4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94" name="Google Shape;94;p4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95" name="Google Shape;95;p4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96" name="Google Shape;96;p4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99" name="Google Shape;99;p4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00" name="Google Shape;100;p4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01" name="Google Shape;101;p4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02" name="Google Shape;102;p4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03" name="Google Shape;103;p4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04" name="Google Shape;104;p4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05" name="Google Shape;105;p4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06" name="Google Shape;106;p4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10" name="Google Shape;110;p5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11" name="Google Shape;111;p5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12" name="Google Shape;112;p5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13" name="Google Shape;113;p5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14" name="Google Shape;114;p5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15" name="Google Shape;115;p5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16" name="Google Shape;116;p5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17" name="Google Shape;117;p5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18" name="Google Shape;118;p5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21" name="Google Shape;121;p5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22" name="Google Shape;122;p5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23" name="Google Shape;123;p5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24" name="Google Shape;124;p5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25" name="Google Shape;125;p5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26" name="Google Shape;126;p5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27" name="Google Shape;127;p5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28" name="Google Shape;128;p5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29" name="Google Shape;129;p5"/>
          <p:cNvSpPr txBox="1"/>
          <p:nvPr>
            <p:ph type="title"/>
          </p:nvPr>
        </p:nvSpPr>
        <p:spPr>
          <a:xfrm>
            <a:off x="717780" y="780900"/>
            <a:ext cx="51690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717780" y="1513574"/>
            <a:ext cx="5169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⊸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⋅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34" name="Google Shape;134;p6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35" name="Google Shape;135;p6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36" name="Google Shape;136;p6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37" name="Google Shape;137;p6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38" name="Google Shape;138;p6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39" name="Google Shape;139;p6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40" name="Google Shape;140;p6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41" name="Google Shape;141;p6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42" name="Google Shape;142;p6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45" name="Google Shape;145;p6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46" name="Google Shape;146;p6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47" name="Google Shape;147;p6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48" name="Google Shape;148;p6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49" name="Google Shape;149;p6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50" name="Google Shape;150;p6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51" name="Google Shape;151;p6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52" name="Google Shape;152;p6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735875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⊸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⋅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55" name="Google Shape;155;p6"/>
          <p:cNvSpPr txBox="1"/>
          <p:nvPr>
            <p:ph idx="2" type="body"/>
          </p:nvPr>
        </p:nvSpPr>
        <p:spPr>
          <a:xfrm>
            <a:off x="3563910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⊸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⋅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59" name="Google Shape;159;p7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60" name="Google Shape;160;p7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61" name="Google Shape;161;p7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62" name="Google Shape;162;p7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63" name="Google Shape;163;p7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64" name="Google Shape;164;p7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65" name="Google Shape;165;p7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66" name="Google Shape;166;p7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67" name="Google Shape;167;p7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70" name="Google Shape;170;p7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71" name="Google Shape;171;p7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72" name="Google Shape;172;p7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73" name="Google Shape;173;p7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74" name="Google Shape;174;p7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75" name="Google Shape;175;p7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76" name="Google Shape;176;p7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77" name="Google Shape;177;p7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78" name="Google Shape;178;p7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73587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7"/>
          <p:cNvSpPr txBox="1"/>
          <p:nvPr>
            <p:ph idx="2" type="body"/>
          </p:nvPr>
        </p:nvSpPr>
        <p:spPr>
          <a:xfrm>
            <a:off x="259793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7"/>
          <p:cNvSpPr txBox="1"/>
          <p:nvPr>
            <p:ph idx="3" type="body"/>
          </p:nvPr>
        </p:nvSpPr>
        <p:spPr>
          <a:xfrm>
            <a:off x="4459994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2" name="Google Shape;182;p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85" name="Google Shape;185;p8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86" name="Google Shape;186;p8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87" name="Google Shape;187;p8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88" name="Google Shape;188;p8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89" name="Google Shape;189;p8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90" name="Google Shape;190;p8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91" name="Google Shape;191;p8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92" name="Google Shape;192;p8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93" name="Google Shape;193;p8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96" name="Google Shape;196;p8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97" name="Google Shape;197;p8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98" name="Google Shape;198;p8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99" name="Google Shape;199;p8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00" name="Google Shape;200;p8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01" name="Google Shape;201;p8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02" name="Google Shape;202;p8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03" name="Google Shape;203;p8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04" name="Google Shape;204;p8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08" name="Google Shape;208;p9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09" name="Google Shape;209;p9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10" name="Google Shape;210;p9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11" name="Google Shape;211;p9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12" name="Google Shape;212;p9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13" name="Google Shape;213;p9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14" name="Google Shape;214;p9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15" name="Google Shape;215;p9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216" name="Google Shape;216;p9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219" name="Google Shape;219;p9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220" name="Google Shape;220;p9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221" name="Google Shape;221;p9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222" name="Google Shape;222;p9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23" name="Google Shape;223;p9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24" name="Google Shape;224;p9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25" name="Google Shape;225;p9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26" name="Google Shape;226;p9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27" name="Google Shape;227;p9"/>
          <p:cNvSpPr txBox="1"/>
          <p:nvPr>
            <p:ph idx="1" type="body"/>
          </p:nvPr>
        </p:nvSpPr>
        <p:spPr>
          <a:xfrm>
            <a:off x="733425" y="4406300"/>
            <a:ext cx="5915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</a:lstStyle>
          <a:p/>
        </p:txBody>
      </p:sp>
      <p:sp>
        <p:nvSpPr>
          <p:cNvPr id="228" name="Google Shape;228;p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31" name="Google Shape;231;p10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2" name="Google Shape;232;p10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33" name="Google Shape;233;p10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34" name="Google Shape;234;p10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35" name="Google Shape;235;p10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36" name="Google Shape;236;p10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37" name="Google Shape;237;p10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38" name="Google Shape;238;p10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239" name="Google Shape;239;p10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242" name="Google Shape;242;p10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243" name="Google Shape;243;p10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244" name="Google Shape;244;p10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245" name="Google Shape;245;p10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46" name="Google Shape;246;p10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47" name="Google Shape;247;p10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48" name="Google Shape;248;p10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49" name="Google Shape;249;p10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50" name="Google Shape;250;p1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825798" y="-750"/>
            <a:ext cx="7486405" cy="5145000"/>
            <a:chOff x="825798" y="-750"/>
            <a:chExt cx="7486405" cy="5145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825798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657621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489443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8312202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7480380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6648557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816734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984911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153089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3321266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735875" y="1513574"/>
            <a:ext cx="5917200" cy="3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erif"/>
              <a:buChar char="⊸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▫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⋅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fontsquirrel.com/fonts/montserrat" TargetMode="External"/><Relationship Id="rId4" Type="http://schemas.openxmlformats.org/officeDocument/2006/relationships/hyperlink" Target="https://www.fontsquirrel.com/fonts/pt-seri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6.jpg"/><Relationship Id="rId6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twitter.com/googledocs/status/730087240156643328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/>
          <p:nvPr>
            <p:ph type="ctrTitle"/>
          </p:nvPr>
        </p:nvSpPr>
        <p:spPr>
          <a:xfrm>
            <a:off x="1661700" y="1991825"/>
            <a:ext cx="5820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>
            <p:ph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Instructions for use</a:t>
            </a:r>
            <a:endParaRPr sz="3600"/>
          </a:p>
        </p:txBody>
      </p:sp>
      <p:sp>
        <p:nvSpPr>
          <p:cNvPr id="263" name="Google Shape;263;p13"/>
          <p:cNvSpPr txBox="1"/>
          <p:nvPr/>
        </p:nvSpPr>
        <p:spPr>
          <a:xfrm>
            <a:off x="735875" y="1351400"/>
            <a:ext cx="2644200" cy="28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  <a:latin typeface="PT Serif"/>
                <a:ea typeface="PT Serif"/>
                <a:cs typeface="PT Serif"/>
                <a:sym typeface="PT Serif"/>
              </a:rPr>
              <a:t>EDIT IN GOOGLE SLIDES</a:t>
            </a:r>
            <a:endParaRPr sz="1100">
              <a:solidFill>
                <a:srgbClr val="6AA84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Click on the button under the presentation preview that says "Use as Google Slides Theme".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You will get a copy of this document on your Google Drive and will be able to edit, add or delete slides.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You have to be signed in to your Google account.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3737723" y="1351400"/>
            <a:ext cx="2759400" cy="28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  <a:latin typeface="PT Serif"/>
                <a:ea typeface="PT Serif"/>
                <a:cs typeface="PT Serif"/>
                <a:sym typeface="PT Serif"/>
              </a:rPr>
              <a:t>EDIT IN POWERPOINT®</a:t>
            </a:r>
            <a:endParaRPr sz="1100">
              <a:solidFill>
                <a:srgbClr val="6AA84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Click on the button under the presentation preview that says "Download as PowerPoint template". You will get a .pptx file that you can edit in PowerPoint. </a:t>
            </a: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Remember to download and install the fonts used in this presentation (you’ll find the links to the font files needed in the </a:t>
            </a:r>
            <a:r>
              <a:rPr lang="en" sz="1100" u="sng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design slide</a:t>
            </a: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)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735875" y="3753525"/>
            <a:ext cx="57615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More info on how to use this template at </a:t>
            </a:r>
            <a:r>
              <a:rPr b="1" lang="en" sz="1100" u="sng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www.slidescarnival.com/help-use-presentation-template</a:t>
            </a:r>
            <a:endParaRPr b="1"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This template is free to use under </a:t>
            </a:r>
            <a:r>
              <a:rPr lang="en" sz="1100" u="sng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license</a:t>
            </a: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. </a:t>
            </a: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You can keep the Credits slide or mention SlidesCarnival and other resources used in a slide footer</a:t>
            </a:r>
            <a:r>
              <a:rPr lang="en" sz="11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.</a:t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66" name="Google Shape;266;p13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idx="4294967295" type="ctrTitle"/>
          </p:nvPr>
        </p:nvSpPr>
        <p:spPr>
          <a:xfrm>
            <a:off x="638175" y="1202350"/>
            <a:ext cx="65937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Hello!</a:t>
            </a:r>
            <a:endParaRPr sz="9600"/>
          </a:p>
        </p:txBody>
      </p:sp>
      <p:sp>
        <p:nvSpPr>
          <p:cNvPr id="272" name="Google Shape;272;p14"/>
          <p:cNvSpPr txBox="1"/>
          <p:nvPr>
            <p:ph idx="4294967295" type="subTitle"/>
          </p:nvPr>
        </p:nvSpPr>
        <p:spPr>
          <a:xfrm>
            <a:off x="714375" y="2401913"/>
            <a:ext cx="6593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/>
              <a:t>I am Jayden Smith</a:t>
            </a:r>
            <a:endParaRPr sz="3600"/>
          </a:p>
        </p:txBody>
      </p:sp>
      <p:sp>
        <p:nvSpPr>
          <p:cNvPr id="273" name="Google Shape;273;p14"/>
          <p:cNvSpPr txBox="1"/>
          <p:nvPr>
            <p:ph idx="4294967295" type="body"/>
          </p:nvPr>
        </p:nvSpPr>
        <p:spPr>
          <a:xfrm>
            <a:off x="714375" y="3226400"/>
            <a:ext cx="6593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 am here because I love to give presentations.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You can find me at @username</a:t>
            </a:r>
            <a:endParaRPr sz="1800"/>
          </a:p>
        </p:txBody>
      </p:sp>
      <p:sp>
        <p:nvSpPr>
          <p:cNvPr id="274" name="Google Shape;274;p1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>
            <p:ph type="ctrTitle"/>
          </p:nvPr>
        </p:nvSpPr>
        <p:spPr>
          <a:xfrm>
            <a:off x="685800" y="2726350"/>
            <a:ext cx="55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280" name="Google Shape;280;p15"/>
          <p:cNvSpPr txBox="1"/>
          <p:nvPr>
            <p:ph idx="1" type="subTitle"/>
          </p:nvPr>
        </p:nvSpPr>
        <p:spPr>
          <a:xfrm>
            <a:off x="685800" y="3983054"/>
            <a:ext cx="5514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281" name="Google Shape;281;p15"/>
          <p:cNvSpPr txBox="1"/>
          <p:nvPr>
            <p:ph idx="4294967295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724389" y="2161800"/>
            <a:ext cx="53436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287" name="Google Shape;287;p1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717780" y="780900"/>
            <a:ext cx="51690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717780" y="1513574"/>
            <a:ext cx="5169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⊸"/>
            </a:pPr>
            <a:r>
              <a:rPr lang="en"/>
              <a:t>Here you have a list of items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⊸"/>
            </a:pPr>
            <a:r>
              <a:rPr lang="en"/>
              <a:t>And some text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⊸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294" name="Google Shape;294;p1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/>
          <p:nvPr>
            <p:ph idx="4294967295" type="ctrTitle"/>
          </p:nvPr>
        </p:nvSpPr>
        <p:spPr>
          <a:xfrm>
            <a:off x="1495425" y="2269150"/>
            <a:ext cx="6000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BIG CONCEPT</a:t>
            </a:r>
            <a:endParaRPr sz="7200">
              <a:solidFill>
                <a:schemeClr val="dk1"/>
              </a:solidFill>
            </a:endParaRPr>
          </a:p>
        </p:txBody>
      </p:sp>
      <p:sp>
        <p:nvSpPr>
          <p:cNvPr id="300" name="Google Shape;300;p18"/>
          <p:cNvSpPr txBox="1"/>
          <p:nvPr>
            <p:ph idx="4294967295" type="subTitle"/>
          </p:nvPr>
        </p:nvSpPr>
        <p:spPr>
          <a:xfrm>
            <a:off x="1533525" y="3411550"/>
            <a:ext cx="5143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Bring the attention of your audience over a key concept using icons or illustrations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01" name="Google Shape;301;p18"/>
          <p:cNvGrpSpPr/>
          <p:nvPr/>
        </p:nvGrpSpPr>
        <p:grpSpPr>
          <a:xfrm>
            <a:off x="-156685" y="1293883"/>
            <a:ext cx="1624508" cy="1887433"/>
            <a:chOff x="3972400" y="4996350"/>
            <a:chExt cx="381000" cy="442675"/>
          </a:xfrm>
        </p:grpSpPr>
        <p:sp>
          <p:nvSpPr>
            <p:cNvPr id="302" name="Google Shape;302;p18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18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idx="1" type="body"/>
          </p:nvPr>
        </p:nvSpPr>
        <p:spPr>
          <a:xfrm>
            <a:off x="735875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310" name="Google Shape;310;p19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311" name="Google Shape;311;p19"/>
          <p:cNvSpPr txBox="1"/>
          <p:nvPr>
            <p:ph idx="2" type="body"/>
          </p:nvPr>
        </p:nvSpPr>
        <p:spPr>
          <a:xfrm>
            <a:off x="3563910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312" name="Google Shape;312;p1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318" name="Google Shape;318;p20"/>
          <p:cNvSpPr txBox="1"/>
          <p:nvPr>
            <p:ph idx="1" type="body"/>
          </p:nvPr>
        </p:nvSpPr>
        <p:spPr>
          <a:xfrm>
            <a:off x="73587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319" name="Google Shape;319;p20"/>
          <p:cNvSpPr txBox="1"/>
          <p:nvPr>
            <p:ph idx="2" type="body"/>
          </p:nvPr>
        </p:nvSpPr>
        <p:spPr>
          <a:xfrm>
            <a:off x="259793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320" name="Google Shape;320;p20"/>
          <p:cNvSpPr txBox="1"/>
          <p:nvPr>
            <p:ph idx="3" type="body"/>
          </p:nvPr>
        </p:nvSpPr>
        <p:spPr>
          <a:xfrm>
            <a:off x="4459994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717776" y="780900"/>
            <a:ext cx="42639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327" name="Google Shape;327;p21"/>
          <p:cNvSpPr txBox="1"/>
          <p:nvPr>
            <p:ph idx="1" type="body"/>
          </p:nvPr>
        </p:nvSpPr>
        <p:spPr>
          <a:xfrm>
            <a:off x="717776" y="1513574"/>
            <a:ext cx="42639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descr="office.jpg" id="328" name="Google Shape;328;p21"/>
          <p:cNvPicPr preferRelativeResize="0"/>
          <p:nvPr/>
        </p:nvPicPr>
        <p:blipFill rotWithShape="1">
          <a:blip r:embed="rId3">
            <a:alphaModFix/>
          </a:blip>
          <a:srcRect b="0" l="10736" r="24817" t="0"/>
          <a:stretch/>
        </p:blipFill>
        <p:spPr>
          <a:xfrm>
            <a:off x="5829300" y="0"/>
            <a:ext cx="33146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idx="4294967295" type="title"/>
          </p:nvPr>
        </p:nvSpPr>
        <p:spPr>
          <a:xfrm>
            <a:off x="714375" y="1253750"/>
            <a:ext cx="7715100" cy="1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1"/>
                </a:solidFill>
              </a:rPr>
              <a:t>want big impact?</a:t>
            </a:r>
            <a:endParaRPr b="0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USE BIG IMAGE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5" name="Google Shape;335;p22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2415287" y="1775000"/>
            <a:ext cx="1861800" cy="1861800"/>
          </a:xfrm>
          <a:prstGeom prst="ellipse">
            <a:avLst/>
          </a:prstGeom>
          <a:solidFill>
            <a:srgbClr val="00FFFF">
              <a:alpha val="13460"/>
            </a:srgbClr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Gray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824900" y="1775000"/>
            <a:ext cx="1861800" cy="1861800"/>
          </a:xfrm>
          <a:prstGeom prst="ellipse">
            <a:avLst/>
          </a:prstGeom>
          <a:solidFill>
            <a:srgbClr val="00FFFF">
              <a:alpha val="13460"/>
            </a:srgbClr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White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4005675" y="1775000"/>
            <a:ext cx="1861800" cy="1861800"/>
          </a:xfrm>
          <a:prstGeom prst="ellipse">
            <a:avLst/>
          </a:prstGeom>
          <a:solidFill>
            <a:srgbClr val="00FFFF">
              <a:alpha val="13460"/>
            </a:srgbClr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Black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44" name="Google Shape;344;p23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350" name="Google Shape;350;p24"/>
          <p:cNvGraphicFramePr/>
          <p:nvPr/>
        </p:nvGraphicFramePr>
        <p:xfrm>
          <a:off x="833400" y="1564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{E5463C4F-00D1-4018-A6DE-004B5B6CABB1}</a:tableStyleId>
              </a:tblPr>
              <a:tblGrid>
                <a:gridCol w="1247775"/>
                <a:gridCol w="1247775"/>
                <a:gridCol w="1247775"/>
                <a:gridCol w="1247775"/>
              </a:tblGrid>
              <a:tr h="65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A</a:t>
                      </a:r>
                      <a:endParaRPr sz="11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B</a:t>
                      </a:r>
                      <a:endParaRPr sz="11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C</a:t>
                      </a:r>
                      <a:endParaRPr sz="11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</a:tr>
              <a:tr h="659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FEFE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Yellow</a:t>
                      </a:r>
                      <a:endParaRPr sz="1100">
                        <a:solidFill>
                          <a:srgbClr val="EFEFE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</a:tr>
              <a:tr h="659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FEFE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Blue</a:t>
                      </a:r>
                      <a:endParaRPr sz="1100">
                        <a:solidFill>
                          <a:srgbClr val="EFEFE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</a:tr>
              <a:tr h="659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FEFE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Orange</a:t>
                      </a:r>
                      <a:endParaRPr sz="1100">
                        <a:solidFill>
                          <a:srgbClr val="EFEFE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b="1">
                        <a:solidFill>
                          <a:srgbClr val="EFEFE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C9">
                        <a:alpha val="519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p2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a_linea_b-01.png" id="356" name="Google Shape;3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775550"/>
            <a:ext cx="8315325" cy="42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>
            <p:ph idx="4294967295" type="title"/>
          </p:nvPr>
        </p:nvSpPr>
        <p:spPr>
          <a:xfrm>
            <a:off x="735875" y="1713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2209800" y="1322025"/>
            <a:ext cx="557700" cy="697500"/>
          </a:xfrm>
          <a:prstGeom prst="downArrow">
            <a:avLst>
              <a:gd fmla="val 100000" name="adj1"/>
              <a:gd fmla="val 42507" name="adj2"/>
            </a:avLst>
          </a:prstGeom>
          <a:solidFill>
            <a:schemeClr val="dk2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our office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359" name="Google Shape;359;p25"/>
          <p:cNvSpPr/>
          <p:nvPr/>
        </p:nvSpPr>
        <p:spPr>
          <a:xfrm rot="5400000">
            <a:off x="1433475" y="2148075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 rot="5400000">
            <a:off x="3043200" y="3633975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 rot="5400000">
            <a:off x="4710012" y="3948300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 rot="5400000">
            <a:off x="4090950" y="1890900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 rot="5400000">
            <a:off x="6876725" y="2395725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 rot="5400000">
            <a:off x="7605675" y="4129500"/>
            <a:ext cx="181200" cy="1713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074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idx="4294967295" type="ctrTitle"/>
          </p:nvPr>
        </p:nvSpPr>
        <p:spPr>
          <a:xfrm>
            <a:off x="685800" y="0"/>
            <a:ext cx="77724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</a:rPr>
              <a:t>89,526,124</a:t>
            </a:r>
            <a:endParaRPr sz="7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Whoa! That’s a big number, aren’t you proud?</a:t>
            </a:r>
            <a:endParaRPr sz="7200">
              <a:solidFill>
                <a:srgbClr val="FFFFFF"/>
              </a:solidFill>
            </a:endParaRPr>
          </a:p>
        </p:txBody>
      </p:sp>
      <p:sp>
        <p:nvSpPr>
          <p:cNvPr id="371" name="Google Shape;371;p2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6AA84F"/>
                </a:solidFill>
              </a:rPr>
              <a:t>‹#›</a:t>
            </a:fld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 txBox="1"/>
          <p:nvPr>
            <p:ph idx="4294967295" type="ctrTitle"/>
          </p:nvPr>
        </p:nvSpPr>
        <p:spPr>
          <a:xfrm>
            <a:off x="685800" y="6480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89,526,124$</a:t>
            </a:r>
            <a:endParaRPr sz="6000"/>
          </a:p>
        </p:txBody>
      </p:sp>
      <p:sp>
        <p:nvSpPr>
          <p:cNvPr id="377" name="Google Shape;377;p27"/>
          <p:cNvSpPr txBox="1"/>
          <p:nvPr>
            <p:ph idx="4294967295" type="subTitle"/>
          </p:nvPr>
        </p:nvSpPr>
        <p:spPr>
          <a:xfrm>
            <a:off x="685800" y="11827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378" name="Google Shape;378;p27"/>
          <p:cNvSpPr txBox="1"/>
          <p:nvPr>
            <p:ph idx="4294967295" type="ctrTitle"/>
          </p:nvPr>
        </p:nvSpPr>
        <p:spPr>
          <a:xfrm>
            <a:off x="685800" y="35817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100%</a:t>
            </a:r>
            <a:endParaRPr sz="6000"/>
          </a:p>
        </p:txBody>
      </p:sp>
      <p:sp>
        <p:nvSpPr>
          <p:cNvPr id="379" name="Google Shape;379;p27"/>
          <p:cNvSpPr txBox="1"/>
          <p:nvPr>
            <p:ph idx="4294967295" type="subTitle"/>
          </p:nvPr>
        </p:nvSpPr>
        <p:spPr>
          <a:xfrm>
            <a:off x="685800" y="41164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380" name="Google Shape;380;p27"/>
          <p:cNvSpPr txBox="1"/>
          <p:nvPr>
            <p:ph idx="4294967295" type="ctrTitle"/>
          </p:nvPr>
        </p:nvSpPr>
        <p:spPr>
          <a:xfrm>
            <a:off x="685800" y="2143425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185,244 users</a:t>
            </a:r>
            <a:endParaRPr sz="6000"/>
          </a:p>
        </p:txBody>
      </p:sp>
      <p:sp>
        <p:nvSpPr>
          <p:cNvPr id="381" name="Google Shape;381;p27"/>
          <p:cNvSpPr txBox="1"/>
          <p:nvPr>
            <p:ph idx="4294967295" type="subTitle"/>
          </p:nvPr>
        </p:nvSpPr>
        <p:spPr>
          <a:xfrm>
            <a:off x="685800" y="2678134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sp>
        <p:nvSpPr>
          <p:cNvPr id="382" name="Google Shape;382;p2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 txBox="1"/>
          <p:nvPr>
            <p:ph idx="4294967295"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388" name="Google Shape;388;p28"/>
          <p:cNvSpPr/>
          <p:nvPr/>
        </p:nvSpPr>
        <p:spPr>
          <a:xfrm>
            <a:off x="0" y="1909250"/>
            <a:ext cx="3160500" cy="1681800"/>
          </a:xfrm>
          <a:prstGeom prst="homePlate">
            <a:avLst>
              <a:gd fmla="val 30129" name="adj"/>
            </a:avLst>
          </a:prstGeom>
          <a:solidFill>
            <a:srgbClr val="00BFC9">
              <a:alpha val="5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first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2740738" y="1909250"/>
            <a:ext cx="3220800" cy="1681800"/>
          </a:xfrm>
          <a:prstGeom prst="chevron">
            <a:avLst>
              <a:gd fmla="val 29853" name="adj"/>
            </a:avLst>
          </a:prstGeom>
          <a:solidFill>
            <a:srgbClr val="00BFC9">
              <a:alpha val="5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second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5542252" y="1909250"/>
            <a:ext cx="3220800" cy="1681800"/>
          </a:xfrm>
          <a:prstGeom prst="chevron">
            <a:avLst>
              <a:gd fmla="val 29853" name="adj"/>
            </a:avLst>
          </a:prstGeom>
          <a:solidFill>
            <a:srgbClr val="00BFC9">
              <a:alpha val="5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PT Serif"/>
                <a:ea typeface="PT Serif"/>
                <a:cs typeface="PT Serif"/>
                <a:sym typeface="PT Serif"/>
              </a:rPr>
              <a:t>last</a:t>
            </a:r>
            <a:endParaRPr>
              <a:solidFill>
                <a:srgbClr val="EFEFE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391" name="Google Shape;391;p28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735875" y="146685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98" name="Google Shape;398;p29"/>
          <p:cNvSpPr txBox="1"/>
          <p:nvPr>
            <p:ph idx="2" type="body"/>
          </p:nvPr>
        </p:nvSpPr>
        <p:spPr>
          <a:xfrm>
            <a:off x="2681160" y="146685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99" name="Google Shape;399;p29"/>
          <p:cNvSpPr txBox="1"/>
          <p:nvPr>
            <p:ph idx="3" type="body"/>
          </p:nvPr>
        </p:nvSpPr>
        <p:spPr>
          <a:xfrm>
            <a:off x="4626446" y="146685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0" name="Google Shape;400;p29"/>
          <p:cNvSpPr txBox="1"/>
          <p:nvPr>
            <p:ph idx="1" type="body"/>
          </p:nvPr>
        </p:nvSpPr>
        <p:spPr>
          <a:xfrm>
            <a:off x="735875" y="312420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401" name="Google Shape;401;p29"/>
          <p:cNvSpPr txBox="1"/>
          <p:nvPr>
            <p:ph idx="2" type="body"/>
          </p:nvPr>
        </p:nvSpPr>
        <p:spPr>
          <a:xfrm>
            <a:off x="2681160" y="312420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402" name="Google Shape;402;p29"/>
          <p:cNvSpPr txBox="1"/>
          <p:nvPr>
            <p:ph idx="3" type="body"/>
          </p:nvPr>
        </p:nvSpPr>
        <p:spPr>
          <a:xfrm>
            <a:off x="4626446" y="3124200"/>
            <a:ext cx="18507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3" name="Google Shape;403;p2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 txBox="1"/>
          <p:nvPr>
            <p:ph idx="1" type="body"/>
          </p:nvPr>
        </p:nvSpPr>
        <p:spPr>
          <a:xfrm>
            <a:off x="733425" y="4253900"/>
            <a:ext cx="5915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copy&amp;paste graphs from </a:t>
            </a:r>
            <a:r>
              <a:rPr lang="en" u="sng">
                <a:hlinkClick r:id="rId3"/>
              </a:rPr>
              <a:t>Google Sheets</a:t>
            </a:r>
            <a:endParaRPr/>
          </a:p>
        </p:txBody>
      </p:sp>
      <p:pic>
        <p:nvPicPr>
          <p:cNvPr id="409" name="Google Shape;40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09600"/>
            <a:ext cx="4467350" cy="370522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/>
          <p:nvPr/>
        </p:nvSpPr>
        <p:spPr>
          <a:xfrm>
            <a:off x="4765822" y="489825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1"/>
          <p:cNvSpPr txBox="1"/>
          <p:nvPr>
            <p:ph idx="4294967295" type="body"/>
          </p:nvPr>
        </p:nvSpPr>
        <p:spPr>
          <a:xfrm>
            <a:off x="742950" y="0"/>
            <a:ext cx="34194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Android project</a:t>
            </a:r>
            <a:endParaRPr b="1" sz="1800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417" name="Google Shape;417;p31"/>
          <p:cNvSpPr/>
          <p:nvPr/>
        </p:nvSpPr>
        <p:spPr>
          <a:xfrm>
            <a:off x="4859125" y="839000"/>
            <a:ext cx="1888500" cy="3356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Place your screenshot here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"/>
          <p:cNvSpPr/>
          <p:nvPr/>
        </p:nvSpPr>
        <p:spPr>
          <a:xfrm>
            <a:off x="4912821" y="630625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5056150" y="1188850"/>
            <a:ext cx="1589700" cy="281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Place your screenshot here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32"/>
          <p:cNvSpPr txBox="1"/>
          <p:nvPr>
            <p:ph idx="4294967295" type="body"/>
          </p:nvPr>
        </p:nvSpPr>
        <p:spPr>
          <a:xfrm>
            <a:off x="742950" y="0"/>
            <a:ext cx="34194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iPhone project</a:t>
            </a:r>
            <a:endParaRPr b="1" sz="1800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426" name="Google Shape;426;p32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3"/>
          <p:cNvSpPr/>
          <p:nvPr/>
        </p:nvSpPr>
        <p:spPr>
          <a:xfrm>
            <a:off x="4559114" y="531625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4757800" y="910325"/>
            <a:ext cx="2493300" cy="333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Place your screenshot here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33"/>
          <p:cNvSpPr txBox="1"/>
          <p:nvPr>
            <p:ph idx="4294967295" type="body"/>
          </p:nvPr>
        </p:nvSpPr>
        <p:spPr>
          <a:xfrm>
            <a:off x="742950" y="0"/>
            <a:ext cx="34194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Tablet project</a:t>
            </a:r>
            <a:endParaRPr b="1" sz="1800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434" name="Google Shape;434;p33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/>
          <p:nvPr/>
        </p:nvSpPr>
        <p:spPr>
          <a:xfrm>
            <a:off x="4282725" y="1004344"/>
            <a:ext cx="3855147" cy="3001276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4444050" y="1165100"/>
            <a:ext cx="3532500" cy="2255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Place your screenshot here</a:t>
            </a:r>
            <a:endParaRPr sz="10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34"/>
          <p:cNvSpPr txBox="1"/>
          <p:nvPr>
            <p:ph idx="4294967295" type="body"/>
          </p:nvPr>
        </p:nvSpPr>
        <p:spPr>
          <a:xfrm>
            <a:off x="742950" y="0"/>
            <a:ext cx="34194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Desktop project</a:t>
            </a:r>
            <a:endParaRPr b="1" sz="1800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442" name="Google Shape;442;p3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5"/>
          <p:cNvSpPr txBox="1"/>
          <p:nvPr>
            <p:ph idx="4294967295" type="ctrTitle"/>
          </p:nvPr>
        </p:nvSpPr>
        <p:spPr>
          <a:xfrm>
            <a:off x="638175" y="1202350"/>
            <a:ext cx="65937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sp>
        <p:nvSpPr>
          <p:cNvPr id="448" name="Google Shape;448;p35"/>
          <p:cNvSpPr txBox="1"/>
          <p:nvPr>
            <p:ph idx="4294967295" type="subTitle"/>
          </p:nvPr>
        </p:nvSpPr>
        <p:spPr>
          <a:xfrm>
            <a:off x="714375" y="2401913"/>
            <a:ext cx="6593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/>
              <a:t>Any questions?</a:t>
            </a:r>
            <a:endParaRPr sz="3600"/>
          </a:p>
        </p:txBody>
      </p:sp>
      <p:sp>
        <p:nvSpPr>
          <p:cNvPr id="449" name="Google Shape;449;p35"/>
          <p:cNvSpPr txBox="1"/>
          <p:nvPr>
            <p:ph idx="4294967295" type="body"/>
          </p:nvPr>
        </p:nvSpPr>
        <p:spPr>
          <a:xfrm>
            <a:off x="714375" y="3226400"/>
            <a:ext cx="6593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You can find me at @username &amp; user@mail.me</a:t>
            </a:r>
            <a:endParaRPr sz="1800"/>
          </a:p>
        </p:txBody>
      </p:sp>
      <p:sp>
        <p:nvSpPr>
          <p:cNvPr id="450" name="Google Shape;450;p35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6"/>
          <p:cNvSpPr txBox="1"/>
          <p:nvPr>
            <p:ph type="title"/>
          </p:nvPr>
        </p:nvSpPr>
        <p:spPr>
          <a:xfrm>
            <a:off x="717780" y="780900"/>
            <a:ext cx="51690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56" name="Google Shape;456;p36"/>
          <p:cNvSpPr txBox="1"/>
          <p:nvPr>
            <p:ph idx="1" type="body"/>
          </p:nvPr>
        </p:nvSpPr>
        <p:spPr>
          <a:xfrm>
            <a:off x="717780" y="1513574"/>
            <a:ext cx="5169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Special thanks to all the people who made and released these awesome resources for free: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⊸"/>
            </a:pPr>
            <a:r>
              <a:rPr lang="en" sz="1800"/>
              <a:t>Presentation template by </a:t>
            </a:r>
            <a:r>
              <a:rPr lang="en" sz="1800" u="sng">
                <a:hlinkClick r:id="rId3"/>
              </a:rPr>
              <a:t>SlidesCarnival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⊸"/>
            </a:pPr>
            <a:r>
              <a:rPr lang="en" sz="1800"/>
              <a:t>Photographs by </a:t>
            </a:r>
            <a:r>
              <a:rPr lang="en" sz="1800" u="sng">
                <a:hlinkClick r:id="rId4"/>
              </a:rPr>
              <a:t>Unsplash</a:t>
            </a:r>
            <a:endParaRPr sz="1800"/>
          </a:p>
        </p:txBody>
      </p:sp>
      <p:sp>
        <p:nvSpPr>
          <p:cNvPr id="457" name="Google Shape;457;p3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/>
          <p:nvPr>
            <p:ph type="title"/>
          </p:nvPr>
        </p:nvSpPr>
        <p:spPr>
          <a:xfrm>
            <a:off x="717780" y="780900"/>
            <a:ext cx="51690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463" name="Google Shape;463;p37"/>
          <p:cNvSpPr txBox="1"/>
          <p:nvPr>
            <p:ph idx="1" type="body"/>
          </p:nvPr>
        </p:nvSpPr>
        <p:spPr>
          <a:xfrm>
            <a:off x="717780" y="1513574"/>
            <a:ext cx="5169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This presentation uses the following typographies and colors: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Titles: </a:t>
            </a:r>
            <a:r>
              <a:rPr b="1" lang="en" sz="1200"/>
              <a:t>Montserrat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Body copy: </a:t>
            </a:r>
            <a:r>
              <a:rPr b="1" lang="en" sz="1200"/>
              <a:t>PT Serif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You can download the fonts on these pages: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6AA84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https://www.fontsquirrel.com/fonts/montserrat</a:t>
            </a:r>
            <a:endParaRPr sz="12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6AA84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https://www.fontsquirrel.com/fonts/pt-serif</a:t>
            </a:r>
            <a:endParaRPr sz="12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Petroleum </a:t>
            </a:r>
            <a:r>
              <a:rPr b="1" lang="en" sz="1200">
                <a:solidFill>
                  <a:schemeClr val="lt1"/>
                </a:solidFill>
                <a:highlight>
                  <a:srgbClr val="FFFFFF"/>
                </a:highlight>
              </a:rPr>
              <a:t>#004046</a:t>
            </a:r>
            <a:endParaRPr b="1" sz="1200">
              <a:solidFill>
                <a:schemeClr val="lt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Aqua </a:t>
            </a:r>
            <a:r>
              <a:rPr b="1" lang="en" sz="1200">
                <a:solidFill>
                  <a:schemeClr val="accent1"/>
                </a:solidFill>
              </a:rPr>
              <a:t>#00bfc9</a:t>
            </a:r>
            <a:endParaRPr b="1" sz="1200">
              <a:solidFill>
                <a:schemeClr val="accen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Teal </a:t>
            </a:r>
            <a:r>
              <a:rPr b="1" lang="en" sz="1200">
                <a:solidFill>
                  <a:schemeClr val="lt2"/>
                </a:solidFill>
              </a:rPr>
              <a:t>#007074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⊸"/>
            </a:pPr>
            <a:r>
              <a:rPr lang="en" sz="1200"/>
              <a:t>Green </a:t>
            </a:r>
            <a:r>
              <a:rPr b="1" lang="en" sz="1200">
                <a:solidFill>
                  <a:schemeClr val="dk2"/>
                </a:solidFill>
              </a:rPr>
              <a:t>#6aa84f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464" name="Google Shape;464;p37"/>
          <p:cNvSpPr txBox="1"/>
          <p:nvPr/>
        </p:nvSpPr>
        <p:spPr>
          <a:xfrm>
            <a:off x="752475" y="4476450"/>
            <a:ext cx="58293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  <a:latin typeface="PT Serif"/>
                <a:ea typeface="PT Serif"/>
                <a:cs typeface="PT Serif"/>
                <a:sym typeface="PT Serif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>
              <a:solidFill>
                <a:srgbClr val="6AA84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6AA84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AA84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65" name="Google Shape;465;p3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"/>
          <p:cNvSpPr txBox="1"/>
          <p:nvPr>
            <p:ph type="ctrTitle"/>
          </p:nvPr>
        </p:nvSpPr>
        <p:spPr>
          <a:xfrm>
            <a:off x="685800" y="2726350"/>
            <a:ext cx="55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br>
              <a:rPr lang="en"/>
            </a:br>
            <a:r>
              <a:rPr lang="en"/>
              <a:t>Extra Resources</a:t>
            </a:r>
            <a:endParaRPr/>
          </a:p>
        </p:txBody>
      </p:sp>
      <p:sp>
        <p:nvSpPr>
          <p:cNvPr id="471" name="Google Shape;471;p38"/>
          <p:cNvSpPr txBox="1"/>
          <p:nvPr>
            <p:ph idx="1" type="subTitle"/>
          </p:nvPr>
        </p:nvSpPr>
        <p:spPr>
          <a:xfrm>
            <a:off x="685800" y="3983054"/>
            <a:ext cx="5514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9"/>
          <p:cNvSpPr txBox="1"/>
          <p:nvPr>
            <p:ph idx="4294967295"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477" name="Google Shape;477;p3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39"/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DEC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NOV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4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OCT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SEP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AUG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3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JUL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JUN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MAY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APR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MAR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FEB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fmla="val 32030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JAN</a:t>
            </a:r>
            <a:endParaRPr sz="1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fmla="val 32030" name="adj"/>
            </a:avLst>
          </a:prstGeom>
          <a:solidFill>
            <a:schemeClr val="lt2"/>
          </a:solidFill>
          <a:ln>
            <a:noFill/>
          </a:ln>
          <a:effectLst>
            <a:outerShdw blurRad="28575" rotWithShape="0" algn="bl" dist="95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491" name="Google Shape;491;p39"/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2" name="Google Shape;492;p39"/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493" name="Google Shape;493;p39"/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4" name="Google Shape;494;p39"/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Red is the colour of danger and courage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495" name="Google Shape;495;p39"/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6" name="Google Shape;496;p39"/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497" name="Google Shape;497;p39"/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8" name="Google Shape;498;p39"/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499" name="Google Shape;499;p39"/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0" name="Google Shape;500;p39"/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01" name="Google Shape;501;p39"/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2" name="Google Shape;502;p39"/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03" name="Google Shape;503;p39"/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4" name="Google Shape;504;p39"/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05" name="Google Shape;505;p39"/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6" name="Google Shape;506;p39"/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07" name="Google Shape;507;p39"/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8" name="Google Shape;508;p39"/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09" name="Google Shape;509;p39"/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10" name="Google Shape;510;p39"/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Red is the colour of danger and courage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11" name="Google Shape;511;p39"/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12" name="Google Shape;512;p39"/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513" name="Google Shape;513;p39"/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14" name="Google Shape;514;p39"/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"/>
          <p:cNvSpPr txBox="1"/>
          <p:nvPr>
            <p:ph idx="4294967295"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520" name="Google Shape;520;p4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40"/>
          <p:cNvSpPr/>
          <p:nvPr/>
        </p:nvSpPr>
        <p:spPr>
          <a:xfrm>
            <a:off x="0" y="23710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rgbClr val="B7B7B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0" y="23710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3" name="Google Shape;523;p40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524" name="Google Shape;524;p40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  <a:endParaRPr sz="6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grpSp>
        <p:nvGrpSpPr>
          <p:cNvPr id="526" name="Google Shape;526;p40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527" name="Google Shape;527;p40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  <a:endParaRPr sz="6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grpSp>
        <p:nvGrpSpPr>
          <p:cNvPr id="529" name="Google Shape;529;p40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530" name="Google Shape;530;p40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PT Serif"/>
                  <a:ea typeface="PT Serif"/>
                  <a:cs typeface="PT Serif"/>
                  <a:sym typeface="PT Serif"/>
                </a:rPr>
                <a:t>5</a:t>
              </a:r>
              <a:endParaRPr sz="6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grpSp>
        <p:nvGrpSpPr>
          <p:cNvPr id="532" name="Google Shape;532;p40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533" name="Google Shape;533;p40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</a:rPr>
                <a:t>6</a:t>
              </a:r>
              <a:endParaRPr sz="600">
                <a:solidFill>
                  <a:schemeClr val="dk2"/>
                </a:solidFill>
              </a:endParaRPr>
            </a:p>
          </p:txBody>
        </p:sp>
      </p:grpSp>
      <p:grpSp>
        <p:nvGrpSpPr>
          <p:cNvPr id="535" name="Google Shape;535;p40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536" name="Google Shape;536;p40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  <a:endParaRPr sz="6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grpSp>
        <p:nvGrpSpPr>
          <p:cNvPr id="538" name="Google Shape;538;p40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539" name="Google Shape;539;p40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  <a:endParaRPr sz="6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sp>
        <p:nvSpPr>
          <p:cNvPr id="541" name="Google Shape;541;p40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42" name="Google Shape;542;p40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Red is the colour of danger and courage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44" name="Google Shape;544;p40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45" name="Google Shape;545;p40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46" name="Google Shape;546;p40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/>
          <p:cNvSpPr txBox="1"/>
          <p:nvPr>
            <p:ph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552" name="Google Shape;552;p4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53" name="Google Shape;553;p41"/>
          <p:cNvGraphicFramePr/>
          <p:nvPr/>
        </p:nvGraphicFramePr>
        <p:xfrm>
          <a:off x="827200" y="141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{E5463C4F-00D1-4018-A6DE-004B5B6CABB1}</a:tableStyleId>
              </a:tblPr>
              <a:tblGrid>
                <a:gridCol w="101892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Week 1</a:t>
                      </a:r>
                      <a:endParaRPr b="1"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Week 2</a:t>
                      </a:r>
                      <a:endParaRPr b="1"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2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3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4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5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6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7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8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9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10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11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12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13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14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1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2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◆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3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4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◆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5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◆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6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7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 8</a:t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2"/>
          <p:cNvSpPr txBox="1"/>
          <p:nvPr>
            <p:ph idx="4294967295"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</a:t>
            </a:r>
            <a:endParaRPr/>
          </a:p>
        </p:txBody>
      </p:sp>
      <p:sp>
        <p:nvSpPr>
          <p:cNvPr id="559" name="Google Shape;559;p42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827850" y="1363400"/>
            <a:ext cx="3676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STRENGTHS</a:t>
            </a:r>
            <a:endParaRPr b="1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4656111" y="1363400"/>
            <a:ext cx="3676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WEAKNESSES</a:t>
            </a:r>
            <a:endParaRPr b="1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Yellow is the color of gold, butter and ripe lemons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62" name="Google Shape;562;p42"/>
          <p:cNvSpPr/>
          <p:nvPr/>
        </p:nvSpPr>
        <p:spPr>
          <a:xfrm>
            <a:off x="827850" y="3121900"/>
            <a:ext cx="3676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13716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Black is the color of ebony and of outer space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OPPORTUNITIES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63" name="Google Shape;563;p42"/>
          <p:cNvSpPr/>
          <p:nvPr/>
        </p:nvSpPr>
        <p:spPr>
          <a:xfrm>
            <a:off x="4656111" y="3121900"/>
            <a:ext cx="3676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13716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White is the color of milk and fresh snow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r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THREATS</a:t>
            </a:r>
            <a:endParaRPr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2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2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fmla="val 10788866" name="adj1"/>
              <a:gd fmla="val 162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2"/>
          <p:cNvSpPr/>
          <p:nvPr/>
        </p:nvSpPr>
        <p:spPr>
          <a:xfrm>
            <a:off x="3842100" y="2242577"/>
            <a:ext cx="359450" cy="4471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Montserrat"/>
              </a:rPr>
              <a:t>S</a:t>
            </a:r>
          </a:p>
        </p:txBody>
      </p:sp>
      <p:sp>
        <p:nvSpPr>
          <p:cNvPr id="569" name="Google Shape;569;p42"/>
          <p:cNvSpPr/>
          <p:nvPr/>
        </p:nvSpPr>
        <p:spPr>
          <a:xfrm>
            <a:off x="4857720" y="2250297"/>
            <a:ext cx="691108" cy="43232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Montserrat"/>
              </a:rPr>
              <a:t>W</a:t>
            </a:r>
          </a:p>
        </p:txBody>
      </p:sp>
      <p:sp>
        <p:nvSpPr>
          <p:cNvPr id="570" name="Google Shape;570;p42"/>
          <p:cNvSpPr/>
          <p:nvPr/>
        </p:nvSpPr>
        <p:spPr>
          <a:xfrm>
            <a:off x="3807513" y="3348952"/>
            <a:ext cx="473091" cy="4471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Montserrat"/>
              </a:rPr>
              <a:t>O</a:t>
            </a:r>
          </a:p>
        </p:txBody>
      </p:sp>
      <p:sp>
        <p:nvSpPr>
          <p:cNvPr id="571" name="Google Shape;571;p42"/>
          <p:cNvSpPr/>
          <p:nvPr/>
        </p:nvSpPr>
        <p:spPr>
          <a:xfrm>
            <a:off x="4971979" y="3356672"/>
            <a:ext cx="376744" cy="43232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Montserrat"/>
              </a:rPr>
              <a:t>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3"/>
          <p:cNvSpPr txBox="1"/>
          <p:nvPr>
            <p:ph idx="4294967295" type="title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Business Model Canvas</a:t>
            </a:r>
            <a:endParaRPr sz="1200"/>
          </a:p>
        </p:txBody>
      </p:sp>
      <p:sp>
        <p:nvSpPr>
          <p:cNvPr id="577" name="Google Shape;577;p43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Key Activities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79" name="Google Shape;579;p43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Key Resources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0" name="Google Shape;580;p43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Value Propositions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5433959" y="467025"/>
            <a:ext cx="1723800" cy="1594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Customer Relationships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5433959" y="2061694"/>
            <a:ext cx="1723800" cy="1594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Channels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3" name="Google Shape;583;p43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Customer Segments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4" name="Google Shape;584;p43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Key Partners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5" name="Google Shape;585;p43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Cost Structure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6" name="Google Shape;586;p43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Revenue Streams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b="1" sz="9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7" name="Google Shape;587;p43"/>
          <p:cNvSpPr/>
          <p:nvPr/>
        </p:nvSpPr>
        <p:spPr>
          <a:xfrm>
            <a:off x="4279907" y="3732570"/>
            <a:ext cx="215901" cy="214638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6866281" y="543303"/>
            <a:ext cx="215257" cy="193236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9" name="Google Shape;589;p43"/>
          <p:cNvSpPr/>
          <p:nvPr/>
        </p:nvSpPr>
        <p:spPr>
          <a:xfrm>
            <a:off x="1702716" y="543215"/>
            <a:ext cx="207088" cy="207075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0" name="Google Shape;590;p43"/>
          <p:cNvSpPr/>
          <p:nvPr/>
        </p:nvSpPr>
        <p:spPr>
          <a:xfrm>
            <a:off x="8608585" y="543301"/>
            <a:ext cx="197012" cy="207706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91" name="Google Shape;591;p43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592" name="Google Shape;592;p43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3" name="Google Shape;593;p43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94" name="Google Shape;594;p43"/>
          <p:cNvSpPr/>
          <p:nvPr/>
        </p:nvSpPr>
        <p:spPr>
          <a:xfrm>
            <a:off x="3424268" y="543232"/>
            <a:ext cx="209587" cy="209600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95" name="Google Shape;595;p43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596" name="Google Shape;596;p43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99" name="Google Shape;599;p43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600" name="Google Shape;600;p43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1" name="Google Shape;601;p43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2" name="Google Shape;602;p43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3" name="Google Shape;603;p43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4" name="Google Shape;604;p43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05" name="Google Shape;605;p43"/>
          <p:cNvGrpSpPr/>
          <p:nvPr/>
        </p:nvGrpSpPr>
        <p:grpSpPr>
          <a:xfrm>
            <a:off x="6790078" y="2139229"/>
            <a:ext cx="278200" cy="266861"/>
            <a:chOff x="5241175" y="4959100"/>
            <a:chExt cx="539775" cy="517775"/>
          </a:xfrm>
        </p:grpSpPr>
        <p:sp>
          <p:nvSpPr>
            <p:cNvPr id="606" name="Google Shape;606;p43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0" name="Google Shape;610;p43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4"/>
          <p:cNvSpPr txBox="1"/>
          <p:nvPr>
            <p:ph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617" name="Google Shape;617;p4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18" name="Google Shape;618;p44"/>
          <p:cNvGrpSpPr/>
          <p:nvPr/>
        </p:nvGrpSpPr>
        <p:grpSpPr>
          <a:xfrm>
            <a:off x="813879" y="1413043"/>
            <a:ext cx="3608219" cy="3243858"/>
            <a:chOff x="855292" y="1413043"/>
            <a:chExt cx="3608219" cy="3243858"/>
          </a:xfrm>
        </p:grpSpPr>
        <p:sp>
          <p:nvSpPr>
            <p:cNvPr id="619" name="Google Shape;619;p44"/>
            <p:cNvSpPr/>
            <p:nvPr/>
          </p:nvSpPr>
          <p:spPr>
            <a:xfrm>
              <a:off x="1748547" y="3626620"/>
              <a:ext cx="1827373" cy="554243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PURCHASE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1974416" y="4115125"/>
              <a:ext cx="1377910" cy="541775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LOYALTY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863236" y="1706600"/>
              <a:ext cx="3600274" cy="576911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AWARENESS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1305892" y="2665477"/>
              <a:ext cx="2714957" cy="564446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EVALUATION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1086835" y="2186038"/>
              <a:ext cx="3154201" cy="57124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DISCOVERY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1526085" y="3144914"/>
              <a:ext cx="2272296" cy="562177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INTENT</a:t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855292" y="1413043"/>
              <a:ext cx="3602907" cy="39681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626" name="Google Shape;626;p44"/>
          <p:cNvCxnSpPr/>
          <p:nvPr/>
        </p:nvCxnSpPr>
        <p:spPr>
          <a:xfrm>
            <a:off x="4349205" y="1950075"/>
            <a:ext cx="90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27" name="Google Shape;627;p44"/>
          <p:cNvSpPr txBox="1"/>
          <p:nvPr/>
        </p:nvSpPr>
        <p:spPr>
          <a:xfrm>
            <a:off x="5302373" y="1778025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628" name="Google Shape;628;p44"/>
          <p:cNvCxnSpPr/>
          <p:nvPr/>
        </p:nvCxnSpPr>
        <p:spPr>
          <a:xfrm>
            <a:off x="4216539" y="2431700"/>
            <a:ext cx="1033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29" name="Google Shape;629;p44"/>
          <p:cNvSpPr txBox="1"/>
          <p:nvPr/>
        </p:nvSpPr>
        <p:spPr>
          <a:xfrm>
            <a:off x="5302373" y="2259640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630" name="Google Shape;630;p44"/>
          <p:cNvCxnSpPr/>
          <p:nvPr/>
        </p:nvCxnSpPr>
        <p:spPr>
          <a:xfrm>
            <a:off x="4028011" y="2913325"/>
            <a:ext cx="1221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1" name="Google Shape;631;p44"/>
          <p:cNvSpPr txBox="1"/>
          <p:nvPr/>
        </p:nvSpPr>
        <p:spPr>
          <a:xfrm>
            <a:off x="5302373" y="2741255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632" name="Google Shape;632;p44"/>
          <p:cNvCxnSpPr/>
          <p:nvPr/>
        </p:nvCxnSpPr>
        <p:spPr>
          <a:xfrm>
            <a:off x="3867414" y="3394925"/>
            <a:ext cx="1382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3" name="Google Shape;633;p44"/>
          <p:cNvSpPr txBox="1"/>
          <p:nvPr/>
        </p:nvSpPr>
        <p:spPr>
          <a:xfrm>
            <a:off x="5302373" y="3222870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634" name="Google Shape;634;p44"/>
          <p:cNvCxnSpPr/>
          <p:nvPr/>
        </p:nvCxnSpPr>
        <p:spPr>
          <a:xfrm>
            <a:off x="3692841" y="3876550"/>
            <a:ext cx="1557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5" name="Google Shape;635;p44"/>
          <p:cNvSpPr txBox="1"/>
          <p:nvPr/>
        </p:nvSpPr>
        <p:spPr>
          <a:xfrm>
            <a:off x="5302373" y="3704485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636" name="Google Shape;636;p44"/>
          <p:cNvCxnSpPr/>
          <p:nvPr/>
        </p:nvCxnSpPr>
        <p:spPr>
          <a:xfrm>
            <a:off x="3511302" y="4358150"/>
            <a:ext cx="1731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7" name="Google Shape;637;p44"/>
          <p:cNvSpPr txBox="1"/>
          <p:nvPr/>
        </p:nvSpPr>
        <p:spPr>
          <a:xfrm>
            <a:off x="5302373" y="4186100"/>
            <a:ext cx="13824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Insert your content</a:t>
            </a:r>
            <a:endParaRPr sz="10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5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Presentation</a:t>
            </a:r>
            <a:endParaRPr/>
          </a:p>
        </p:txBody>
      </p:sp>
      <p:sp>
        <p:nvSpPr>
          <p:cNvPr id="643" name="Google Shape;643;p45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4" name="Google Shape;644;p45"/>
          <p:cNvPicPr preferRelativeResize="0"/>
          <p:nvPr/>
        </p:nvPicPr>
        <p:blipFill rotWithShape="1">
          <a:blip r:embed="rId3">
            <a:alphaModFix/>
          </a:blip>
          <a:srcRect b="9812" l="19633" r="0" t="9820"/>
          <a:stretch/>
        </p:blipFill>
        <p:spPr>
          <a:xfrm>
            <a:off x="822150" y="1988575"/>
            <a:ext cx="1235700" cy="1235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45" name="Google Shape;645;p45"/>
          <p:cNvSpPr txBox="1"/>
          <p:nvPr/>
        </p:nvSpPr>
        <p:spPr>
          <a:xfrm>
            <a:off x="826320" y="3332078"/>
            <a:ext cx="123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Imani Jackson</a:t>
            </a:r>
            <a:br>
              <a:rPr lang="en">
                <a:latin typeface="PT Serif"/>
                <a:ea typeface="PT Serif"/>
                <a:cs typeface="PT Serif"/>
                <a:sym typeface="PT Serif"/>
              </a:rPr>
            </a:b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JOB TITLE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646" name="Google Shape;64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4963" y="1988575"/>
            <a:ext cx="1235700" cy="1235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47" name="Google Shape;647;p45"/>
          <p:cNvSpPr txBox="1"/>
          <p:nvPr/>
        </p:nvSpPr>
        <p:spPr>
          <a:xfrm>
            <a:off x="2469133" y="3332078"/>
            <a:ext cx="123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Marcos Galán</a:t>
            </a:r>
            <a:br>
              <a:rPr lang="en">
                <a:latin typeface="PT Serif"/>
                <a:ea typeface="PT Serif"/>
                <a:cs typeface="PT Serif"/>
                <a:sym typeface="PT Serif"/>
              </a:rPr>
            </a:b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JOB TITLE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648" name="Google Shape;648;p45"/>
          <p:cNvPicPr preferRelativeResize="0"/>
          <p:nvPr/>
        </p:nvPicPr>
        <p:blipFill rotWithShape="1">
          <a:blip r:embed="rId5">
            <a:alphaModFix/>
          </a:blip>
          <a:srcRect b="24940" l="47271" r="0" t="22330"/>
          <a:stretch/>
        </p:blipFill>
        <p:spPr>
          <a:xfrm>
            <a:off x="4107776" y="1988575"/>
            <a:ext cx="1235700" cy="1235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49" name="Google Shape;649;p45"/>
          <p:cNvSpPr txBox="1"/>
          <p:nvPr/>
        </p:nvSpPr>
        <p:spPr>
          <a:xfrm>
            <a:off x="4111946" y="3332078"/>
            <a:ext cx="123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Ixchel Valdía</a:t>
            </a:r>
            <a:br>
              <a:rPr lang="en">
                <a:latin typeface="PT Serif"/>
                <a:ea typeface="PT Serif"/>
                <a:cs typeface="PT Serif"/>
                <a:sym typeface="PT Serif"/>
              </a:rPr>
            </a:b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JOB TITLE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650" name="Google Shape;650;p45"/>
          <p:cNvPicPr preferRelativeResize="0"/>
          <p:nvPr/>
        </p:nvPicPr>
        <p:blipFill rotWithShape="1">
          <a:blip r:embed="rId6">
            <a:alphaModFix/>
          </a:blip>
          <a:srcRect b="29406" l="0" r="0" t="3926"/>
          <a:stretch/>
        </p:blipFill>
        <p:spPr>
          <a:xfrm>
            <a:off x="5750589" y="1988575"/>
            <a:ext cx="1235700" cy="1235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1" name="Google Shape;651;p45"/>
          <p:cNvSpPr txBox="1"/>
          <p:nvPr/>
        </p:nvSpPr>
        <p:spPr>
          <a:xfrm>
            <a:off x="5754759" y="3332078"/>
            <a:ext cx="123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Nils Årud</a:t>
            </a:r>
            <a:br>
              <a:rPr lang="en">
                <a:latin typeface="PT Serif"/>
                <a:ea typeface="PT Serif"/>
                <a:cs typeface="PT Serif"/>
                <a:sym typeface="PT Serif"/>
              </a:rPr>
            </a:b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JOB TITLE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Blue is the colour of the clear sky and the deep sea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6"/>
          <p:cNvSpPr txBox="1"/>
          <p:nvPr>
            <p:ph idx="4294967295" type="title"/>
          </p:nvPr>
        </p:nvSpPr>
        <p:spPr>
          <a:xfrm>
            <a:off x="467100" y="0"/>
            <a:ext cx="82098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  <p:sp>
        <p:nvSpPr>
          <p:cNvPr id="657" name="Google Shape;657;p46"/>
          <p:cNvSpPr/>
          <p:nvPr/>
        </p:nvSpPr>
        <p:spPr>
          <a:xfrm>
            <a:off x="467100" y="467100"/>
            <a:ext cx="8209800" cy="4209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8" name="Google Shape;658;p46"/>
          <p:cNvGrpSpPr/>
          <p:nvPr/>
        </p:nvGrpSpPr>
        <p:grpSpPr>
          <a:xfrm>
            <a:off x="638150" y="467111"/>
            <a:ext cx="7867750" cy="4209098"/>
            <a:chOff x="638138" y="467100"/>
            <a:chExt cx="7867750" cy="4194000"/>
          </a:xfrm>
        </p:grpSpPr>
        <p:cxnSp>
          <p:nvCxnSpPr>
            <p:cNvPr id="659" name="Google Shape;659;p46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46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46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46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46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46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46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46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46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46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46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46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46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46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46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46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46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46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46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46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46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6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6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6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6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46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46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46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46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p46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46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46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46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p46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3" name="Google Shape;693;p46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" name="Google Shape;694;p46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46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46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46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46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46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46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46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46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46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46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5" name="Google Shape;705;p4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06" name="Google Shape;706;p46"/>
          <p:cNvGrpSpPr/>
          <p:nvPr/>
        </p:nvGrpSpPr>
        <p:grpSpPr>
          <a:xfrm>
            <a:off x="467107" y="642473"/>
            <a:ext cx="8209755" cy="3858239"/>
            <a:chOff x="467088" y="642474"/>
            <a:chExt cx="4194000" cy="3858239"/>
          </a:xfrm>
        </p:grpSpPr>
        <p:cxnSp>
          <p:nvCxnSpPr>
            <p:cNvPr id="707" name="Google Shape;707;p46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46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46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46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46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46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46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46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5" name="Google Shape;715;p46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46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7" name="Google Shape;717;p46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p46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46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0" name="Google Shape;720;p46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46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46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46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46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46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46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46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46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29" name="Google Shape;729;p46"/>
          <p:cNvCxnSpPr/>
          <p:nvPr/>
        </p:nvCxnSpPr>
        <p:spPr>
          <a:xfrm>
            <a:off x="4572000" y="467100"/>
            <a:ext cx="0" cy="42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730" name="Google Shape;730;p46"/>
          <p:cNvCxnSpPr/>
          <p:nvPr/>
        </p:nvCxnSpPr>
        <p:spPr>
          <a:xfrm>
            <a:off x="467100" y="2571600"/>
            <a:ext cx="8209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731" name="Google Shape;731;p46"/>
          <p:cNvSpPr txBox="1"/>
          <p:nvPr/>
        </p:nvSpPr>
        <p:spPr>
          <a:xfrm rot="-5400000">
            <a:off x="-258750" y="248893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LOW VALUE 1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 rot="5400000">
            <a:off x="8116400" y="2488925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HIGH VALUE 1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3928825" y="4676063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LOW VALUE 2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28775" y="301788"/>
            <a:ext cx="1286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rPr>
              <a:t>HIGH VALUE 2</a:t>
            </a:r>
            <a:endParaRPr sz="800">
              <a:solidFill>
                <a:schemeClr val="dk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5" name="Google Shape;735;p46"/>
          <p:cNvSpPr/>
          <p:nvPr/>
        </p:nvSpPr>
        <p:spPr>
          <a:xfrm>
            <a:off x="7012800" y="826250"/>
            <a:ext cx="1000200" cy="1000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Our company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6" name="Google Shape;736;p46"/>
          <p:cNvSpPr/>
          <p:nvPr/>
        </p:nvSpPr>
        <p:spPr>
          <a:xfrm>
            <a:off x="3130425" y="1295125"/>
            <a:ext cx="876000" cy="87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7" name="Google Shape;737;p46"/>
          <p:cNvSpPr/>
          <p:nvPr/>
        </p:nvSpPr>
        <p:spPr>
          <a:xfrm>
            <a:off x="1382875" y="3471600"/>
            <a:ext cx="730500" cy="73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8" name="Google Shape;738;p46"/>
          <p:cNvSpPr/>
          <p:nvPr/>
        </p:nvSpPr>
        <p:spPr>
          <a:xfrm>
            <a:off x="5626925" y="2948000"/>
            <a:ext cx="730500" cy="730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39" name="Google Shape;739;p46"/>
          <p:cNvSpPr/>
          <p:nvPr/>
        </p:nvSpPr>
        <p:spPr>
          <a:xfrm>
            <a:off x="6527700" y="3398850"/>
            <a:ext cx="876000" cy="87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40" name="Google Shape;740;p46"/>
          <p:cNvSpPr/>
          <p:nvPr/>
        </p:nvSpPr>
        <p:spPr>
          <a:xfrm>
            <a:off x="4768850" y="564625"/>
            <a:ext cx="730500" cy="73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41" name="Google Shape;741;p46"/>
          <p:cNvSpPr/>
          <p:nvPr/>
        </p:nvSpPr>
        <p:spPr>
          <a:xfrm>
            <a:off x="1114225" y="947475"/>
            <a:ext cx="467100" cy="467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Competitor</a:t>
            </a:r>
            <a:endParaRPr sz="8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 txBox="1"/>
          <p:nvPr>
            <p:ph type="title"/>
          </p:nvPr>
        </p:nvSpPr>
        <p:spPr>
          <a:xfrm>
            <a:off x="735875" y="4761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747" name="Google Shape;747;p4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48" name="Google Shape;748;p47"/>
          <p:cNvGraphicFramePr/>
          <p:nvPr/>
        </p:nvGraphicFramePr>
        <p:xfrm>
          <a:off x="826350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{EA1FF242-EA46-4A17-8CB5-F2BAE5C89EAD}</a:tableStyleId>
              </a:tblPr>
              <a:tblGrid>
                <a:gridCol w="686800"/>
                <a:gridCol w="787175"/>
                <a:gridCol w="787175"/>
                <a:gridCol w="787175"/>
                <a:gridCol w="787175"/>
                <a:gridCol w="787175"/>
                <a:gridCol w="787175"/>
                <a:gridCol w="7871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09:00 - 09:45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10:00 - 10:45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11:00 - 11:45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12:00 - 13:15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13:30 - 14:15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14:30 - 15:15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dk2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15:30 - 16:15</a:t>
                      </a:r>
                      <a:endParaRPr sz="600">
                        <a:solidFill>
                          <a:schemeClr val="dk2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PT Serif"/>
                          <a:ea typeface="PT Serif"/>
                          <a:cs typeface="PT Serif"/>
                          <a:sym typeface="PT Serif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PT Serif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48"/>
          <p:cNvGrpSpPr/>
          <p:nvPr/>
        </p:nvGrpSpPr>
        <p:grpSpPr>
          <a:xfrm>
            <a:off x="358968" y="342338"/>
            <a:ext cx="347107" cy="438984"/>
            <a:chOff x="584925" y="238125"/>
            <a:chExt cx="415200" cy="525100"/>
          </a:xfrm>
        </p:grpSpPr>
        <p:sp>
          <p:nvSpPr>
            <p:cNvPr id="754" name="Google Shape;754;p48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48"/>
          <p:cNvGrpSpPr/>
          <p:nvPr/>
        </p:nvGrpSpPr>
        <p:grpSpPr>
          <a:xfrm>
            <a:off x="910227" y="406125"/>
            <a:ext cx="371623" cy="309362"/>
            <a:chOff x="1244325" y="314425"/>
            <a:chExt cx="444525" cy="370050"/>
          </a:xfrm>
        </p:grpSpPr>
        <p:sp>
          <p:nvSpPr>
            <p:cNvPr id="761" name="Google Shape;761;p48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48"/>
          <p:cNvGrpSpPr/>
          <p:nvPr/>
        </p:nvGrpSpPr>
        <p:grpSpPr>
          <a:xfrm>
            <a:off x="1481925" y="404599"/>
            <a:ext cx="355300" cy="312413"/>
            <a:chOff x="1928175" y="312600"/>
            <a:chExt cx="425000" cy="373700"/>
          </a:xfrm>
        </p:grpSpPr>
        <p:sp>
          <p:nvSpPr>
            <p:cNvPr id="764" name="Google Shape;764;p48"/>
            <p:cNvSpPr/>
            <p:nvPr/>
          </p:nvSpPr>
          <p:spPr>
            <a:xfrm>
              <a:off x="1928175" y="312600"/>
              <a:ext cx="425000" cy="373700"/>
            </a:xfrm>
            <a:custGeom>
              <a:rect b="b" l="l" r="r" t="t"/>
              <a:pathLst>
                <a:path extrusionOk="0" h="14948" w="1700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1964825" y="349250"/>
              <a:ext cx="351700" cy="300425"/>
            </a:xfrm>
            <a:custGeom>
              <a:rect b="b" l="l" r="r" t="t"/>
              <a:pathLst>
                <a:path extrusionOk="0" h="12017" w="14068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48"/>
          <p:cNvSpPr/>
          <p:nvPr/>
        </p:nvSpPr>
        <p:spPr>
          <a:xfrm>
            <a:off x="2077702" y="393385"/>
            <a:ext cx="290970" cy="334860"/>
          </a:xfrm>
          <a:custGeom>
            <a:rect b="b" l="l" r="r" t="t"/>
            <a:pathLst>
              <a:path extrusionOk="0" h="16022" w="139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8"/>
          <p:cNvSpPr/>
          <p:nvPr/>
        </p:nvSpPr>
        <p:spPr>
          <a:xfrm>
            <a:off x="2661148" y="394410"/>
            <a:ext cx="251176" cy="332812"/>
          </a:xfrm>
          <a:custGeom>
            <a:rect b="b" l="l" r="r" t="t"/>
            <a:pathLst>
              <a:path extrusionOk="0" h="15924" w="12018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48"/>
          <p:cNvGrpSpPr/>
          <p:nvPr/>
        </p:nvGrpSpPr>
        <p:grpSpPr>
          <a:xfrm>
            <a:off x="3145963" y="388276"/>
            <a:ext cx="408386" cy="345080"/>
            <a:chOff x="3918650" y="293075"/>
            <a:chExt cx="488500" cy="412775"/>
          </a:xfrm>
        </p:grpSpPr>
        <p:sp>
          <p:nvSpPr>
            <p:cNvPr id="769" name="Google Shape;769;p48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48"/>
          <p:cNvGrpSpPr/>
          <p:nvPr/>
        </p:nvGrpSpPr>
        <p:grpSpPr>
          <a:xfrm>
            <a:off x="3745730" y="362235"/>
            <a:ext cx="335905" cy="397142"/>
            <a:chOff x="4636075" y="261925"/>
            <a:chExt cx="401800" cy="475050"/>
          </a:xfrm>
        </p:grpSpPr>
        <p:sp>
          <p:nvSpPr>
            <p:cNvPr id="773" name="Google Shape;773;p48"/>
            <p:cNvSpPr/>
            <p:nvPr/>
          </p:nvSpPr>
          <p:spPr>
            <a:xfrm>
              <a:off x="4665400" y="326650"/>
              <a:ext cx="372475" cy="97100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4636075" y="438375"/>
              <a:ext cx="372475" cy="97125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4814975" y="261925"/>
              <a:ext cx="44000" cy="50100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4814975" y="550125"/>
              <a:ext cx="44000" cy="186850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p48"/>
          <p:cNvSpPr/>
          <p:nvPr/>
        </p:nvSpPr>
        <p:spPr>
          <a:xfrm>
            <a:off x="4284931" y="392863"/>
            <a:ext cx="384894" cy="335905"/>
          </a:xfrm>
          <a:custGeom>
            <a:rect b="b" l="l" r="r" t="t"/>
            <a:pathLst>
              <a:path extrusionOk="0" h="16072" w="18416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8" name="Google Shape;778;p48"/>
          <p:cNvGrpSpPr/>
          <p:nvPr/>
        </p:nvGrpSpPr>
        <p:grpSpPr>
          <a:xfrm>
            <a:off x="4872282" y="395424"/>
            <a:ext cx="336908" cy="330262"/>
            <a:chOff x="5983625" y="301625"/>
            <a:chExt cx="403000" cy="395050"/>
          </a:xfrm>
        </p:grpSpPr>
        <p:sp>
          <p:nvSpPr>
            <p:cNvPr id="779" name="Google Shape;779;p48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8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8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8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8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8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8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48"/>
          <p:cNvGrpSpPr/>
          <p:nvPr/>
        </p:nvGrpSpPr>
        <p:grpSpPr>
          <a:xfrm>
            <a:off x="5438358" y="392853"/>
            <a:ext cx="331808" cy="331307"/>
            <a:chOff x="6660750" y="298550"/>
            <a:chExt cx="396900" cy="396300"/>
          </a:xfrm>
        </p:grpSpPr>
        <p:sp>
          <p:nvSpPr>
            <p:cNvPr id="800" name="Google Shape;800;p48"/>
            <p:cNvSpPr/>
            <p:nvPr/>
          </p:nvSpPr>
          <p:spPr>
            <a:xfrm>
              <a:off x="6660750" y="298550"/>
              <a:ext cx="396900" cy="396300"/>
            </a:xfrm>
            <a:custGeom>
              <a:rect b="b" l="l" r="r" t="t"/>
              <a:pathLst>
                <a:path extrusionOk="0" h="15852" w="15876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8"/>
            <p:cNvSpPr/>
            <p:nvPr/>
          </p:nvSpPr>
          <p:spPr>
            <a:xfrm>
              <a:off x="6697400" y="335200"/>
              <a:ext cx="323625" cy="323025"/>
            </a:xfrm>
            <a:custGeom>
              <a:rect b="b" l="l" r="r" t="t"/>
              <a:pathLst>
                <a:path extrusionOk="0" h="12921" w="12945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48"/>
          <p:cNvGrpSpPr/>
          <p:nvPr/>
        </p:nvGrpSpPr>
        <p:grpSpPr>
          <a:xfrm>
            <a:off x="358968" y="914538"/>
            <a:ext cx="347107" cy="420111"/>
            <a:chOff x="584925" y="922575"/>
            <a:chExt cx="415200" cy="502525"/>
          </a:xfrm>
        </p:grpSpPr>
        <p:sp>
          <p:nvSpPr>
            <p:cNvPr id="803" name="Google Shape;803;p48"/>
            <p:cNvSpPr/>
            <p:nvPr/>
          </p:nvSpPr>
          <p:spPr>
            <a:xfrm>
              <a:off x="584925" y="961025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8"/>
            <p:cNvSpPr/>
            <p:nvPr/>
          </p:nvSpPr>
          <p:spPr>
            <a:xfrm>
              <a:off x="621550" y="9225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8"/>
            <p:cNvSpPr/>
            <p:nvPr/>
          </p:nvSpPr>
          <p:spPr>
            <a:xfrm>
              <a:off x="915850" y="922575"/>
              <a:ext cx="84275" cy="84275"/>
            </a:xfrm>
            <a:custGeom>
              <a:rect b="b" l="l" r="r" t="t"/>
              <a:pathLst>
                <a:path extrusionOk="0" h="3371" w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6" name="Google Shape;806;p48"/>
          <p:cNvGrpSpPr/>
          <p:nvPr/>
        </p:nvGrpSpPr>
        <p:grpSpPr>
          <a:xfrm>
            <a:off x="912275" y="904841"/>
            <a:ext cx="367547" cy="437980"/>
            <a:chOff x="1246775" y="910975"/>
            <a:chExt cx="439650" cy="523900"/>
          </a:xfrm>
        </p:grpSpPr>
        <p:sp>
          <p:nvSpPr>
            <p:cNvPr id="807" name="Google Shape;807;p48"/>
            <p:cNvSpPr/>
            <p:nvPr/>
          </p:nvSpPr>
          <p:spPr>
            <a:xfrm>
              <a:off x="1246775" y="970800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8"/>
            <p:cNvSpPr/>
            <p:nvPr/>
          </p:nvSpPr>
          <p:spPr>
            <a:xfrm>
              <a:off x="1307825" y="910975"/>
              <a:ext cx="378600" cy="464050"/>
            </a:xfrm>
            <a:custGeom>
              <a:rect b="b" l="l" r="r" t="t"/>
              <a:pathLst>
                <a:path extrusionOk="0" h="18562" w="15144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8"/>
            <p:cNvSpPr/>
            <p:nvPr/>
          </p:nvSpPr>
          <p:spPr>
            <a:xfrm>
              <a:off x="1602125" y="910975"/>
              <a:ext cx="84300" cy="84275"/>
            </a:xfrm>
            <a:custGeom>
              <a:rect b="b" l="l" r="r" t="t"/>
              <a:pathLst>
                <a:path extrusionOk="0" h="3371" w="3372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0" name="Google Shape;810;p48"/>
          <p:cNvGrpSpPr/>
          <p:nvPr/>
        </p:nvGrpSpPr>
        <p:grpSpPr>
          <a:xfrm>
            <a:off x="1480400" y="975274"/>
            <a:ext cx="358351" cy="298118"/>
            <a:chOff x="1926350" y="995225"/>
            <a:chExt cx="428650" cy="356600"/>
          </a:xfrm>
        </p:grpSpPr>
        <p:sp>
          <p:nvSpPr>
            <p:cNvPr id="811" name="Google Shape;811;p48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8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5" name="Google Shape;815;p48"/>
          <p:cNvSpPr/>
          <p:nvPr/>
        </p:nvSpPr>
        <p:spPr>
          <a:xfrm>
            <a:off x="2048085" y="950288"/>
            <a:ext cx="350200" cy="348152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8"/>
          <p:cNvSpPr/>
          <p:nvPr/>
        </p:nvSpPr>
        <p:spPr>
          <a:xfrm>
            <a:off x="2612156" y="967656"/>
            <a:ext cx="349155" cy="313437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8"/>
          <p:cNvSpPr/>
          <p:nvPr/>
        </p:nvSpPr>
        <p:spPr>
          <a:xfrm>
            <a:off x="3180804" y="970206"/>
            <a:ext cx="338956" cy="308317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8"/>
          <p:cNvSpPr/>
          <p:nvPr/>
        </p:nvSpPr>
        <p:spPr>
          <a:xfrm>
            <a:off x="3755576" y="973258"/>
            <a:ext cx="316510" cy="30221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9" name="Google Shape;819;p48"/>
          <p:cNvGrpSpPr/>
          <p:nvPr/>
        </p:nvGrpSpPr>
        <p:grpSpPr>
          <a:xfrm>
            <a:off x="4302631" y="952827"/>
            <a:ext cx="349155" cy="349657"/>
            <a:chOff x="5302225" y="968375"/>
            <a:chExt cx="417650" cy="418250"/>
          </a:xfrm>
        </p:grpSpPr>
        <p:sp>
          <p:nvSpPr>
            <p:cNvPr id="820" name="Google Shape;820;p48"/>
            <p:cNvSpPr/>
            <p:nvPr/>
          </p:nvSpPr>
          <p:spPr>
            <a:xfrm>
              <a:off x="5333350" y="991575"/>
              <a:ext cx="152075" cy="155100"/>
            </a:xfrm>
            <a:custGeom>
              <a:rect b="b" l="l" r="r" t="t"/>
              <a:pathLst>
                <a:path extrusionOk="0" h="6204" w="6083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>
              <a:off x="5302225" y="968375"/>
              <a:ext cx="417650" cy="418250"/>
            </a:xfrm>
            <a:custGeom>
              <a:rect b="b" l="l" r="r" t="t"/>
              <a:pathLst>
                <a:path extrusionOk="0" h="16730" w="16706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48"/>
          <p:cNvGrpSpPr/>
          <p:nvPr/>
        </p:nvGrpSpPr>
        <p:grpSpPr>
          <a:xfrm>
            <a:off x="4824295" y="913514"/>
            <a:ext cx="432881" cy="421637"/>
            <a:chOff x="5926225" y="921350"/>
            <a:chExt cx="517800" cy="504350"/>
          </a:xfrm>
        </p:grpSpPr>
        <p:sp>
          <p:nvSpPr>
            <p:cNvPr id="823" name="Google Shape;823;p4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48"/>
          <p:cNvGrpSpPr/>
          <p:nvPr/>
        </p:nvGrpSpPr>
        <p:grpSpPr>
          <a:xfrm>
            <a:off x="5402118" y="921686"/>
            <a:ext cx="404290" cy="405314"/>
            <a:chOff x="6617400" y="931125"/>
            <a:chExt cx="483600" cy="484825"/>
          </a:xfrm>
        </p:grpSpPr>
        <p:sp>
          <p:nvSpPr>
            <p:cNvPr id="826" name="Google Shape;826;p48"/>
            <p:cNvSpPr/>
            <p:nvPr/>
          </p:nvSpPr>
          <p:spPr>
            <a:xfrm>
              <a:off x="6843925" y="1183900"/>
              <a:ext cx="121525" cy="232050"/>
            </a:xfrm>
            <a:custGeom>
              <a:rect b="b" l="l" r="r" t="t"/>
              <a:pathLst>
                <a:path extrusionOk="0" h="9282" w="4861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8"/>
            <p:cNvSpPr/>
            <p:nvPr/>
          </p:nvSpPr>
          <p:spPr>
            <a:xfrm>
              <a:off x="6617400" y="931125"/>
              <a:ext cx="483600" cy="259500"/>
            </a:xfrm>
            <a:custGeom>
              <a:rect b="b" l="l" r="r" t="t"/>
              <a:pathLst>
                <a:path extrusionOk="0" h="10380" w="19344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48"/>
          <p:cNvGrpSpPr/>
          <p:nvPr/>
        </p:nvGrpSpPr>
        <p:grpSpPr>
          <a:xfrm>
            <a:off x="337525" y="1551048"/>
            <a:ext cx="389994" cy="273623"/>
            <a:chOff x="559275" y="1683950"/>
            <a:chExt cx="466500" cy="327300"/>
          </a:xfrm>
        </p:grpSpPr>
        <p:sp>
          <p:nvSpPr>
            <p:cNvPr id="829" name="Google Shape;829;p48"/>
            <p:cNvSpPr/>
            <p:nvPr/>
          </p:nvSpPr>
          <p:spPr>
            <a:xfrm>
              <a:off x="559275" y="1683950"/>
              <a:ext cx="466500" cy="197850"/>
            </a:xfrm>
            <a:custGeom>
              <a:rect b="b" l="l" r="r" t="t"/>
              <a:pathLst>
                <a:path extrusionOk="0" h="7914" w="1866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8"/>
            <p:cNvSpPr/>
            <p:nvPr/>
          </p:nvSpPr>
          <p:spPr>
            <a:xfrm>
              <a:off x="559275" y="1727925"/>
              <a:ext cx="466500" cy="283325"/>
            </a:xfrm>
            <a:custGeom>
              <a:rect b="b" l="l" r="r" t="t"/>
              <a:pathLst>
                <a:path extrusionOk="0" h="11333" w="1866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48"/>
          <p:cNvGrpSpPr/>
          <p:nvPr/>
        </p:nvGrpSpPr>
        <p:grpSpPr>
          <a:xfrm>
            <a:off x="901052" y="1496958"/>
            <a:ext cx="389994" cy="381822"/>
            <a:chOff x="1233350" y="1619250"/>
            <a:chExt cx="466500" cy="456725"/>
          </a:xfrm>
        </p:grpSpPr>
        <p:sp>
          <p:nvSpPr>
            <p:cNvPr id="832" name="Google Shape;832;p48"/>
            <p:cNvSpPr/>
            <p:nvPr/>
          </p:nvSpPr>
          <p:spPr>
            <a:xfrm>
              <a:off x="1233350" y="1619250"/>
              <a:ext cx="466500" cy="456725"/>
            </a:xfrm>
            <a:custGeom>
              <a:rect b="b" l="l" r="r" t="t"/>
              <a:pathLst>
                <a:path extrusionOk="0" h="18269" w="1866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1382325" y="1792025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1382325" y="1825000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1382325" y="1858575"/>
              <a:ext cx="70850" cy="12250"/>
            </a:xfrm>
            <a:custGeom>
              <a:rect b="b" l="l" r="r" t="t"/>
              <a:pathLst>
                <a:path extrusionOk="0" h="490" w="2834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48"/>
          <p:cNvGrpSpPr/>
          <p:nvPr/>
        </p:nvGrpSpPr>
        <p:grpSpPr>
          <a:xfrm>
            <a:off x="1476826" y="1505109"/>
            <a:ext cx="365499" cy="365499"/>
            <a:chOff x="1922075" y="1629000"/>
            <a:chExt cx="437200" cy="437200"/>
          </a:xfrm>
        </p:grpSpPr>
        <p:sp>
          <p:nvSpPr>
            <p:cNvPr id="837" name="Google Shape;837;p48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8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48"/>
          <p:cNvGrpSpPr/>
          <p:nvPr/>
        </p:nvGrpSpPr>
        <p:grpSpPr>
          <a:xfrm>
            <a:off x="2038827" y="1503584"/>
            <a:ext cx="368551" cy="368551"/>
            <a:chOff x="2594325" y="1627175"/>
            <a:chExt cx="440850" cy="440850"/>
          </a:xfrm>
        </p:grpSpPr>
        <p:sp>
          <p:nvSpPr>
            <p:cNvPr id="840" name="Google Shape;840;p48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8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8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48"/>
          <p:cNvSpPr/>
          <p:nvPr/>
        </p:nvSpPr>
        <p:spPr>
          <a:xfrm>
            <a:off x="2618782" y="1519981"/>
            <a:ext cx="335905" cy="335884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4" name="Google Shape;844;p48"/>
          <p:cNvGrpSpPr/>
          <p:nvPr/>
        </p:nvGrpSpPr>
        <p:grpSpPr>
          <a:xfrm>
            <a:off x="3200595" y="1476017"/>
            <a:ext cx="299121" cy="423685"/>
            <a:chOff x="3984000" y="1594200"/>
            <a:chExt cx="357800" cy="506800"/>
          </a:xfrm>
        </p:grpSpPr>
        <p:sp>
          <p:nvSpPr>
            <p:cNvPr id="845" name="Google Shape;845;p48"/>
            <p:cNvSpPr/>
            <p:nvPr/>
          </p:nvSpPr>
          <p:spPr>
            <a:xfrm>
              <a:off x="3984000" y="1597875"/>
              <a:ext cx="44575" cy="503125"/>
            </a:xfrm>
            <a:custGeom>
              <a:rect b="b" l="l" r="r" t="t"/>
              <a:pathLst>
                <a:path extrusionOk="0" h="20125" w="1783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4041375" y="1594200"/>
              <a:ext cx="300425" cy="229600"/>
            </a:xfrm>
            <a:custGeom>
              <a:rect b="b" l="l" r="r" t="t"/>
              <a:pathLst>
                <a:path extrusionOk="0" h="9184" w="12017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48"/>
          <p:cNvGrpSpPr/>
          <p:nvPr/>
        </p:nvGrpSpPr>
        <p:grpSpPr>
          <a:xfrm>
            <a:off x="3716637" y="1566869"/>
            <a:ext cx="394090" cy="241980"/>
            <a:chOff x="4601275" y="1702875"/>
            <a:chExt cx="471400" cy="289450"/>
          </a:xfrm>
        </p:grpSpPr>
        <p:sp>
          <p:nvSpPr>
            <p:cNvPr id="848" name="Google Shape;848;p48"/>
            <p:cNvSpPr/>
            <p:nvPr/>
          </p:nvSpPr>
          <p:spPr>
            <a:xfrm>
              <a:off x="4816200" y="170287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8"/>
            <p:cNvSpPr/>
            <p:nvPr/>
          </p:nvSpPr>
          <p:spPr>
            <a:xfrm>
              <a:off x="503112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8"/>
            <p:cNvSpPr/>
            <p:nvPr/>
          </p:nvSpPr>
          <p:spPr>
            <a:xfrm>
              <a:off x="4634875" y="1756000"/>
              <a:ext cx="404225" cy="178325"/>
            </a:xfrm>
            <a:custGeom>
              <a:rect b="b" l="l" r="r" t="t"/>
              <a:pathLst>
                <a:path extrusionOk="0" h="7133" w="16169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8"/>
            <p:cNvSpPr/>
            <p:nvPr/>
          </p:nvSpPr>
          <p:spPr>
            <a:xfrm>
              <a:off x="460127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4673325" y="1947725"/>
              <a:ext cx="327300" cy="44600"/>
            </a:xfrm>
            <a:custGeom>
              <a:rect b="b" l="l" r="r" t="t"/>
              <a:pathLst>
                <a:path extrusionOk="0" h="1784" w="13092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48"/>
          <p:cNvGrpSpPr/>
          <p:nvPr/>
        </p:nvGrpSpPr>
        <p:grpSpPr>
          <a:xfrm>
            <a:off x="4299057" y="1507659"/>
            <a:ext cx="356303" cy="360400"/>
            <a:chOff x="5297950" y="1632050"/>
            <a:chExt cx="426200" cy="431100"/>
          </a:xfrm>
        </p:grpSpPr>
        <p:sp>
          <p:nvSpPr>
            <p:cNvPr id="854" name="Google Shape;854;p48"/>
            <p:cNvSpPr/>
            <p:nvPr/>
          </p:nvSpPr>
          <p:spPr>
            <a:xfrm>
              <a:off x="5404800" y="1936125"/>
              <a:ext cx="212500" cy="127025"/>
            </a:xfrm>
            <a:custGeom>
              <a:rect b="b" l="l" r="r" t="t"/>
              <a:pathLst>
                <a:path extrusionOk="0" h="5081" w="850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8"/>
            <p:cNvSpPr/>
            <p:nvPr/>
          </p:nvSpPr>
          <p:spPr>
            <a:xfrm>
              <a:off x="5297950" y="1632050"/>
              <a:ext cx="426200" cy="294950"/>
            </a:xfrm>
            <a:custGeom>
              <a:rect b="b" l="l" r="r" t="t"/>
              <a:pathLst>
                <a:path extrusionOk="0" h="11798" w="1704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48"/>
          <p:cNvGrpSpPr/>
          <p:nvPr/>
        </p:nvGrpSpPr>
        <p:grpSpPr>
          <a:xfrm>
            <a:off x="4861560" y="1496958"/>
            <a:ext cx="358351" cy="381822"/>
            <a:chOff x="5970800" y="1619250"/>
            <a:chExt cx="428650" cy="456725"/>
          </a:xfrm>
        </p:grpSpPr>
        <p:sp>
          <p:nvSpPr>
            <p:cNvPr id="857" name="Google Shape;857;p48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8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8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8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48"/>
          <p:cNvGrpSpPr/>
          <p:nvPr/>
        </p:nvGrpSpPr>
        <p:grpSpPr>
          <a:xfrm>
            <a:off x="5408764" y="1492360"/>
            <a:ext cx="401719" cy="366502"/>
            <a:chOff x="6625350" y="1613750"/>
            <a:chExt cx="480525" cy="438400"/>
          </a:xfrm>
        </p:grpSpPr>
        <p:sp>
          <p:nvSpPr>
            <p:cNvPr id="863" name="Google Shape;863;p48"/>
            <p:cNvSpPr/>
            <p:nvPr/>
          </p:nvSpPr>
          <p:spPr>
            <a:xfrm>
              <a:off x="6670525" y="1887275"/>
              <a:ext cx="117875" cy="164875"/>
            </a:xfrm>
            <a:custGeom>
              <a:rect b="b" l="l" r="r" t="t"/>
              <a:pathLst>
                <a:path extrusionOk="0" h="6595" w="471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8"/>
            <p:cNvSpPr/>
            <p:nvPr/>
          </p:nvSpPr>
          <p:spPr>
            <a:xfrm>
              <a:off x="7075950" y="1754175"/>
              <a:ext cx="29925" cy="99550"/>
            </a:xfrm>
            <a:custGeom>
              <a:rect b="b" l="l" r="r" t="t"/>
              <a:pathLst>
                <a:path extrusionOk="0" h="3982" w="1197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48"/>
            <p:cNvSpPr/>
            <p:nvPr/>
          </p:nvSpPr>
          <p:spPr>
            <a:xfrm>
              <a:off x="6625350" y="1729750"/>
              <a:ext cx="97700" cy="147175"/>
            </a:xfrm>
            <a:custGeom>
              <a:rect b="b" l="l" r="r" t="t"/>
              <a:pathLst>
                <a:path extrusionOk="0" h="5887" w="3908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6736475" y="1638175"/>
              <a:ext cx="279650" cy="330325"/>
            </a:xfrm>
            <a:custGeom>
              <a:rect b="b" l="l" r="r" t="t"/>
              <a:pathLst>
                <a:path extrusionOk="0" h="13213" w="11186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7029550" y="1613750"/>
              <a:ext cx="34200" cy="379800"/>
            </a:xfrm>
            <a:custGeom>
              <a:rect b="b" l="l" r="r" t="t"/>
              <a:pathLst>
                <a:path extrusionOk="0" h="15192" w="1368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48"/>
          <p:cNvGrpSpPr/>
          <p:nvPr/>
        </p:nvGrpSpPr>
        <p:grpSpPr>
          <a:xfrm>
            <a:off x="380913" y="2088554"/>
            <a:ext cx="303217" cy="325685"/>
            <a:chOff x="611175" y="2326900"/>
            <a:chExt cx="362700" cy="389575"/>
          </a:xfrm>
        </p:grpSpPr>
        <p:sp>
          <p:nvSpPr>
            <p:cNvPr id="869" name="Google Shape;869;p48"/>
            <p:cNvSpPr/>
            <p:nvPr/>
          </p:nvSpPr>
          <p:spPr>
            <a:xfrm>
              <a:off x="611175" y="2326900"/>
              <a:ext cx="362700" cy="389575"/>
            </a:xfrm>
            <a:custGeom>
              <a:rect b="b" l="l" r="r" t="t"/>
              <a:pathLst>
                <a:path extrusionOk="0" h="15583" w="14508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94950" y="2500900"/>
              <a:ext cx="24450" cy="23850"/>
            </a:xfrm>
            <a:custGeom>
              <a:rect b="b" l="l" r="r" t="t"/>
              <a:pathLst>
                <a:path extrusionOk="0" h="954" w="978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754650" y="2381250"/>
              <a:ext cx="75750" cy="14050"/>
            </a:xfrm>
            <a:custGeom>
              <a:rect b="b" l="l" r="r" t="t"/>
              <a:pathLst>
                <a:path extrusionOk="0" h="562" w="303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765025" y="2453900"/>
              <a:ext cx="31175" cy="31150"/>
            </a:xfrm>
            <a:custGeom>
              <a:rect b="b" l="l" r="r" t="t"/>
              <a:pathLst>
                <a:path extrusionOk="0" h="1246" w="1247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3" name="Google Shape;873;p48"/>
          <p:cNvSpPr/>
          <p:nvPr/>
        </p:nvSpPr>
        <p:spPr>
          <a:xfrm>
            <a:off x="936309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8"/>
          <p:cNvSpPr/>
          <p:nvPr/>
        </p:nvSpPr>
        <p:spPr>
          <a:xfrm>
            <a:off x="1499857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8"/>
          <p:cNvSpPr/>
          <p:nvPr/>
        </p:nvSpPr>
        <p:spPr>
          <a:xfrm>
            <a:off x="2063406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6" name="Google Shape;876;p48"/>
          <p:cNvGrpSpPr/>
          <p:nvPr/>
        </p:nvGrpSpPr>
        <p:grpSpPr>
          <a:xfrm>
            <a:off x="2701378" y="2036492"/>
            <a:ext cx="170502" cy="425733"/>
            <a:chOff x="3386850" y="2264625"/>
            <a:chExt cx="203950" cy="509250"/>
          </a:xfrm>
        </p:grpSpPr>
        <p:sp>
          <p:nvSpPr>
            <p:cNvPr id="877" name="Google Shape;877;p48"/>
            <p:cNvSpPr/>
            <p:nvPr/>
          </p:nvSpPr>
          <p:spPr>
            <a:xfrm>
              <a:off x="3386850" y="2370850"/>
              <a:ext cx="203950" cy="403025"/>
            </a:xfrm>
            <a:custGeom>
              <a:rect b="b" l="l" r="r" t="t"/>
              <a:pathLst>
                <a:path extrusionOk="0" h="16121" w="8158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3446075" y="2264625"/>
              <a:ext cx="85500" cy="94050"/>
            </a:xfrm>
            <a:custGeom>
              <a:rect b="b" l="l" r="r" t="t"/>
              <a:pathLst>
                <a:path extrusionOk="0" h="3762" w="342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9" name="Google Shape;879;p48"/>
          <p:cNvGrpSpPr/>
          <p:nvPr/>
        </p:nvGrpSpPr>
        <p:grpSpPr>
          <a:xfrm>
            <a:off x="3843751" y="2090602"/>
            <a:ext cx="139863" cy="317513"/>
            <a:chOff x="4753325" y="2329350"/>
            <a:chExt cx="167300" cy="379800"/>
          </a:xfrm>
        </p:grpSpPr>
        <p:sp>
          <p:nvSpPr>
            <p:cNvPr id="880" name="Google Shape;880;p48"/>
            <p:cNvSpPr/>
            <p:nvPr/>
          </p:nvSpPr>
          <p:spPr>
            <a:xfrm>
              <a:off x="4753325" y="2424600"/>
              <a:ext cx="167300" cy="284550"/>
            </a:xfrm>
            <a:custGeom>
              <a:rect b="b" l="l" r="r" t="t"/>
              <a:pathLst>
                <a:path extrusionOk="0" h="11382" w="669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8"/>
            <p:cNvSpPr/>
            <p:nvPr/>
          </p:nvSpPr>
          <p:spPr>
            <a:xfrm>
              <a:off x="4798500" y="2329350"/>
              <a:ext cx="76950" cy="84275"/>
            </a:xfrm>
            <a:custGeom>
              <a:rect b="b" l="l" r="r" t="t"/>
              <a:pathLst>
                <a:path extrusionOk="0" h="3371" w="3078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48"/>
          <p:cNvGrpSpPr/>
          <p:nvPr/>
        </p:nvGrpSpPr>
        <p:grpSpPr>
          <a:xfrm>
            <a:off x="3277654" y="2038519"/>
            <a:ext cx="145004" cy="421658"/>
            <a:chOff x="4076175" y="2267050"/>
            <a:chExt cx="173450" cy="504375"/>
          </a:xfrm>
        </p:grpSpPr>
        <p:sp>
          <p:nvSpPr>
            <p:cNvPr id="883" name="Google Shape;883;p48"/>
            <p:cNvSpPr/>
            <p:nvPr/>
          </p:nvSpPr>
          <p:spPr>
            <a:xfrm>
              <a:off x="4122600" y="2267050"/>
              <a:ext cx="80600" cy="91625"/>
            </a:xfrm>
            <a:custGeom>
              <a:rect b="b" l="l" r="r" t="t"/>
              <a:pathLst>
                <a:path extrusionOk="0" h="3665" w="3224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8"/>
            <p:cNvSpPr/>
            <p:nvPr/>
          </p:nvSpPr>
          <p:spPr>
            <a:xfrm>
              <a:off x="4076175" y="2370250"/>
              <a:ext cx="173450" cy="401175"/>
            </a:xfrm>
            <a:custGeom>
              <a:rect b="b" l="l" r="r" t="t"/>
              <a:pathLst>
                <a:path extrusionOk="0" h="16047" w="6938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5" name="Google Shape;885;p48"/>
          <p:cNvSpPr/>
          <p:nvPr/>
        </p:nvSpPr>
        <p:spPr>
          <a:xfrm>
            <a:off x="4317599" y="2083007"/>
            <a:ext cx="319561" cy="336908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6" name="Google Shape;886;p48"/>
          <p:cNvGrpSpPr/>
          <p:nvPr/>
        </p:nvGrpSpPr>
        <p:grpSpPr>
          <a:xfrm>
            <a:off x="4865134" y="2089056"/>
            <a:ext cx="351204" cy="324661"/>
            <a:chOff x="5975075" y="2327500"/>
            <a:chExt cx="420100" cy="388350"/>
          </a:xfrm>
        </p:grpSpPr>
        <p:sp>
          <p:nvSpPr>
            <p:cNvPr id="887" name="Google Shape;887;p48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8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48"/>
          <p:cNvGrpSpPr/>
          <p:nvPr/>
        </p:nvGrpSpPr>
        <p:grpSpPr>
          <a:xfrm>
            <a:off x="5496544" y="2079358"/>
            <a:ext cx="215437" cy="351204"/>
            <a:chOff x="6730350" y="2315900"/>
            <a:chExt cx="257700" cy="420100"/>
          </a:xfrm>
        </p:grpSpPr>
        <p:sp>
          <p:nvSpPr>
            <p:cNvPr id="890" name="Google Shape;890;p48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8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48"/>
          <p:cNvGrpSpPr/>
          <p:nvPr/>
        </p:nvGrpSpPr>
        <p:grpSpPr>
          <a:xfrm>
            <a:off x="477889" y="2615840"/>
            <a:ext cx="109265" cy="398166"/>
            <a:chOff x="727175" y="2957625"/>
            <a:chExt cx="130700" cy="476275"/>
          </a:xfrm>
        </p:grpSpPr>
        <p:sp>
          <p:nvSpPr>
            <p:cNvPr id="896" name="Google Shape;896;p48"/>
            <p:cNvSpPr/>
            <p:nvPr/>
          </p:nvSpPr>
          <p:spPr>
            <a:xfrm>
              <a:off x="727175" y="2957625"/>
              <a:ext cx="130700" cy="476275"/>
            </a:xfrm>
            <a:custGeom>
              <a:rect b="b" l="l" r="r" t="t"/>
              <a:pathLst>
                <a:path extrusionOk="0" h="19051" w="5228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8"/>
            <p:cNvSpPr/>
            <p:nvPr/>
          </p:nvSpPr>
          <p:spPr>
            <a:xfrm>
              <a:off x="751600" y="3090125"/>
              <a:ext cx="81850" cy="319350"/>
            </a:xfrm>
            <a:custGeom>
              <a:rect b="b" l="l" r="r" t="t"/>
              <a:pathLst>
                <a:path extrusionOk="0" h="12774" w="32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48"/>
          <p:cNvSpPr/>
          <p:nvPr/>
        </p:nvSpPr>
        <p:spPr>
          <a:xfrm>
            <a:off x="1492208" y="2600114"/>
            <a:ext cx="334860" cy="429809"/>
          </a:xfrm>
          <a:custGeom>
            <a:rect b="b" l="l" r="r" t="t"/>
            <a:pathLst>
              <a:path extrusionOk="0" h="20565" w="16022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8"/>
          <p:cNvSpPr/>
          <p:nvPr/>
        </p:nvSpPr>
        <p:spPr>
          <a:xfrm>
            <a:off x="972049" y="2600114"/>
            <a:ext cx="248083" cy="429809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" name="Google Shape;900;p48"/>
          <p:cNvGrpSpPr/>
          <p:nvPr/>
        </p:nvGrpSpPr>
        <p:grpSpPr>
          <a:xfrm>
            <a:off x="2029631" y="2628589"/>
            <a:ext cx="386943" cy="372647"/>
            <a:chOff x="2583325" y="2972875"/>
            <a:chExt cx="462850" cy="445750"/>
          </a:xfrm>
        </p:grpSpPr>
        <p:sp>
          <p:nvSpPr>
            <p:cNvPr id="901" name="Google Shape;901;p48"/>
            <p:cNvSpPr/>
            <p:nvPr/>
          </p:nvSpPr>
          <p:spPr>
            <a:xfrm>
              <a:off x="2701775" y="3323350"/>
              <a:ext cx="225950" cy="95275"/>
            </a:xfrm>
            <a:custGeom>
              <a:rect b="b" l="l" r="r" t="t"/>
              <a:pathLst>
                <a:path extrusionOk="0" h="3811" w="9038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8"/>
            <p:cNvSpPr/>
            <p:nvPr/>
          </p:nvSpPr>
          <p:spPr>
            <a:xfrm>
              <a:off x="2583325" y="2972875"/>
              <a:ext cx="462850" cy="337075"/>
            </a:xfrm>
            <a:custGeom>
              <a:rect b="b" l="l" r="r" t="t"/>
              <a:pathLst>
                <a:path extrusionOk="0" h="13483" w="18514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3" name="Google Shape;903;p48"/>
          <p:cNvGrpSpPr/>
          <p:nvPr/>
        </p:nvGrpSpPr>
        <p:grpSpPr>
          <a:xfrm>
            <a:off x="2579886" y="2684246"/>
            <a:ext cx="413486" cy="261355"/>
            <a:chOff x="3241525" y="3039450"/>
            <a:chExt cx="494600" cy="312625"/>
          </a:xfrm>
        </p:grpSpPr>
        <p:sp>
          <p:nvSpPr>
            <p:cNvPr id="904" name="Google Shape;904;p48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8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48"/>
          <p:cNvSpPr/>
          <p:nvPr/>
        </p:nvSpPr>
        <p:spPr>
          <a:xfrm>
            <a:off x="3736180" y="2637380"/>
            <a:ext cx="355300" cy="355279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48"/>
          <p:cNvGrpSpPr/>
          <p:nvPr/>
        </p:nvGrpSpPr>
        <p:grpSpPr>
          <a:xfrm>
            <a:off x="4263318" y="2656679"/>
            <a:ext cx="427781" cy="316489"/>
            <a:chOff x="5255200" y="3006475"/>
            <a:chExt cx="511700" cy="378575"/>
          </a:xfrm>
        </p:grpSpPr>
        <p:sp>
          <p:nvSpPr>
            <p:cNvPr id="908" name="Google Shape;908;p4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48"/>
          <p:cNvGrpSpPr/>
          <p:nvPr/>
        </p:nvGrpSpPr>
        <p:grpSpPr>
          <a:xfrm>
            <a:off x="3177104" y="2638308"/>
            <a:ext cx="346104" cy="353231"/>
            <a:chOff x="3955900" y="2984500"/>
            <a:chExt cx="414000" cy="422525"/>
          </a:xfrm>
        </p:grpSpPr>
        <p:sp>
          <p:nvSpPr>
            <p:cNvPr id="911" name="Google Shape;911;p48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8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8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4" name="Google Shape;914;p48"/>
          <p:cNvSpPr/>
          <p:nvPr/>
        </p:nvSpPr>
        <p:spPr>
          <a:xfrm>
            <a:off x="341117" y="3226449"/>
            <a:ext cx="386922" cy="304241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8"/>
          <p:cNvSpPr/>
          <p:nvPr/>
        </p:nvSpPr>
        <p:spPr>
          <a:xfrm>
            <a:off x="4906165" y="2621036"/>
            <a:ext cx="269526" cy="387967"/>
          </a:xfrm>
          <a:custGeom>
            <a:rect b="b" l="l" r="r" t="t"/>
            <a:pathLst>
              <a:path extrusionOk="0" h="18563" w="12896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6" name="Google Shape;916;p48"/>
          <p:cNvGrpSpPr/>
          <p:nvPr/>
        </p:nvGrpSpPr>
        <p:grpSpPr>
          <a:xfrm>
            <a:off x="5472049" y="2633187"/>
            <a:ext cx="264427" cy="375719"/>
            <a:chOff x="6701050" y="2978375"/>
            <a:chExt cx="316300" cy="449425"/>
          </a:xfrm>
        </p:grpSpPr>
        <p:sp>
          <p:nvSpPr>
            <p:cNvPr id="917" name="Google Shape;917;p48"/>
            <p:cNvSpPr/>
            <p:nvPr/>
          </p:nvSpPr>
          <p:spPr>
            <a:xfrm>
              <a:off x="6701050" y="2978375"/>
              <a:ext cx="316300" cy="78175"/>
            </a:xfrm>
            <a:custGeom>
              <a:rect b="b" l="l" r="r" t="t"/>
              <a:pathLst>
                <a:path extrusionOk="0" h="3127" w="12652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8"/>
            <p:cNvSpPr/>
            <p:nvPr/>
          </p:nvSpPr>
          <p:spPr>
            <a:xfrm>
              <a:off x="6713875" y="3068750"/>
              <a:ext cx="290650" cy="359050"/>
            </a:xfrm>
            <a:custGeom>
              <a:rect b="b" l="l" r="r" t="t"/>
              <a:pathLst>
                <a:path extrusionOk="0" h="14362" w="11626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9" name="Google Shape;919;p48"/>
          <p:cNvGrpSpPr/>
          <p:nvPr/>
        </p:nvGrpSpPr>
        <p:grpSpPr>
          <a:xfrm>
            <a:off x="907677" y="3251848"/>
            <a:ext cx="376743" cy="253204"/>
            <a:chOff x="1241275" y="3718400"/>
            <a:chExt cx="450650" cy="302875"/>
          </a:xfrm>
        </p:grpSpPr>
        <p:sp>
          <p:nvSpPr>
            <p:cNvPr id="920" name="Google Shape;920;p48"/>
            <p:cNvSpPr/>
            <p:nvPr/>
          </p:nvSpPr>
          <p:spPr>
            <a:xfrm>
              <a:off x="1241275" y="3718400"/>
              <a:ext cx="450650" cy="302875"/>
            </a:xfrm>
            <a:custGeom>
              <a:rect b="b" l="l" r="r" t="t"/>
              <a:pathLst>
                <a:path extrusionOk="0" h="12115" w="18026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8"/>
            <p:cNvSpPr/>
            <p:nvPr/>
          </p:nvSpPr>
          <p:spPr>
            <a:xfrm>
              <a:off x="1293175" y="3895475"/>
              <a:ext cx="174050" cy="12225"/>
            </a:xfrm>
            <a:custGeom>
              <a:rect b="b" l="l" r="r" t="t"/>
              <a:pathLst>
                <a:path extrusionOk="0" h="489" w="6962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8"/>
            <p:cNvSpPr/>
            <p:nvPr/>
          </p:nvSpPr>
          <p:spPr>
            <a:xfrm>
              <a:off x="1293175" y="3935775"/>
              <a:ext cx="122750" cy="12225"/>
            </a:xfrm>
            <a:custGeom>
              <a:rect b="b" l="l" r="r" t="t"/>
              <a:pathLst>
                <a:path extrusionOk="0" h="489" w="491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8"/>
            <p:cNvSpPr/>
            <p:nvPr/>
          </p:nvSpPr>
          <p:spPr>
            <a:xfrm>
              <a:off x="1570375" y="3901575"/>
              <a:ext cx="62300" cy="40325"/>
            </a:xfrm>
            <a:custGeom>
              <a:rect b="b" l="l" r="r" t="t"/>
              <a:pathLst>
                <a:path extrusionOk="0" h="1613" w="2492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48"/>
          <p:cNvGrpSpPr/>
          <p:nvPr/>
        </p:nvGrpSpPr>
        <p:grpSpPr>
          <a:xfrm>
            <a:off x="1476324" y="3232453"/>
            <a:ext cx="366502" cy="292496"/>
            <a:chOff x="1921475" y="3695200"/>
            <a:chExt cx="438400" cy="349875"/>
          </a:xfrm>
        </p:grpSpPr>
        <p:sp>
          <p:nvSpPr>
            <p:cNvPr id="925" name="Google Shape;925;p48"/>
            <p:cNvSpPr/>
            <p:nvPr/>
          </p:nvSpPr>
          <p:spPr>
            <a:xfrm>
              <a:off x="2246900" y="3992550"/>
              <a:ext cx="52525" cy="52525"/>
            </a:xfrm>
            <a:custGeom>
              <a:rect b="b" l="l" r="r" t="t"/>
              <a:pathLst>
                <a:path extrusionOk="0" h="2101" w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2033800" y="3992550"/>
              <a:ext cx="52550" cy="52525"/>
            </a:xfrm>
            <a:custGeom>
              <a:rect b="b" l="l" r="r" t="t"/>
              <a:pathLst>
                <a:path extrusionOk="0" h="2101" w="2102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1921475" y="3695200"/>
              <a:ext cx="438400" cy="297975"/>
            </a:xfrm>
            <a:custGeom>
              <a:rect b="b" l="l" r="r" t="t"/>
              <a:pathLst>
                <a:path extrusionOk="0" h="11919" w="17536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48"/>
          <p:cNvGrpSpPr/>
          <p:nvPr/>
        </p:nvGrpSpPr>
        <p:grpSpPr>
          <a:xfrm>
            <a:off x="2043425" y="3227855"/>
            <a:ext cx="359355" cy="301190"/>
            <a:chOff x="2599825" y="3689700"/>
            <a:chExt cx="429850" cy="360275"/>
          </a:xfrm>
        </p:grpSpPr>
        <p:sp>
          <p:nvSpPr>
            <p:cNvPr id="929" name="Google Shape;929;p48"/>
            <p:cNvSpPr/>
            <p:nvPr/>
          </p:nvSpPr>
          <p:spPr>
            <a:xfrm>
              <a:off x="2599825" y="3689700"/>
              <a:ext cx="429850" cy="169150"/>
            </a:xfrm>
            <a:custGeom>
              <a:rect b="b" l="l" r="r" t="t"/>
              <a:pathLst>
                <a:path extrusionOk="0" h="6766" w="17194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2599825" y="3861275"/>
              <a:ext cx="429850" cy="188700"/>
            </a:xfrm>
            <a:custGeom>
              <a:rect b="b" l="l" r="r" t="t"/>
              <a:pathLst>
                <a:path extrusionOk="0" h="7548" w="17194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48"/>
          <p:cNvGrpSpPr/>
          <p:nvPr/>
        </p:nvGrpSpPr>
        <p:grpSpPr>
          <a:xfrm>
            <a:off x="2624299" y="3196714"/>
            <a:ext cx="324661" cy="338956"/>
            <a:chOff x="3294650" y="3652450"/>
            <a:chExt cx="388350" cy="405450"/>
          </a:xfrm>
        </p:grpSpPr>
        <p:sp>
          <p:nvSpPr>
            <p:cNvPr id="932" name="Google Shape;932;p48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48"/>
          <p:cNvGrpSpPr/>
          <p:nvPr/>
        </p:nvGrpSpPr>
        <p:grpSpPr>
          <a:xfrm>
            <a:off x="3160781" y="3239601"/>
            <a:ext cx="378750" cy="277698"/>
            <a:chOff x="3936375" y="3703750"/>
            <a:chExt cx="453050" cy="332175"/>
          </a:xfrm>
        </p:grpSpPr>
        <p:sp>
          <p:nvSpPr>
            <p:cNvPr id="936" name="Google Shape;936;p48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8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1" name="Google Shape;941;p48"/>
          <p:cNvGrpSpPr/>
          <p:nvPr/>
        </p:nvGrpSpPr>
        <p:grpSpPr>
          <a:xfrm>
            <a:off x="3724307" y="3239601"/>
            <a:ext cx="378750" cy="277698"/>
            <a:chOff x="4610450" y="3703750"/>
            <a:chExt cx="453050" cy="332175"/>
          </a:xfrm>
        </p:grpSpPr>
        <p:sp>
          <p:nvSpPr>
            <p:cNvPr id="942" name="Google Shape;942;p48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4" name="Google Shape;944;p48"/>
          <p:cNvGrpSpPr/>
          <p:nvPr/>
        </p:nvGrpSpPr>
        <p:grpSpPr>
          <a:xfrm>
            <a:off x="4301106" y="3211532"/>
            <a:ext cx="352207" cy="333836"/>
            <a:chOff x="5300400" y="3670175"/>
            <a:chExt cx="421300" cy="399325"/>
          </a:xfrm>
        </p:grpSpPr>
        <p:sp>
          <p:nvSpPr>
            <p:cNvPr id="945" name="Google Shape;945;p48"/>
            <p:cNvSpPr/>
            <p:nvPr/>
          </p:nvSpPr>
          <p:spPr>
            <a:xfrm>
              <a:off x="5300400" y="3708025"/>
              <a:ext cx="421300" cy="267450"/>
            </a:xfrm>
            <a:custGeom>
              <a:rect b="b" l="l" r="r" t="t"/>
              <a:pathLst>
                <a:path extrusionOk="0" h="10698" w="16852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5498825" y="3670175"/>
              <a:ext cx="24450" cy="25650"/>
            </a:xfrm>
            <a:custGeom>
              <a:rect b="b" l="l" r="r" t="t"/>
              <a:pathLst>
                <a:path extrusionOk="0" h="1026" w="978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5366325" y="3987675"/>
              <a:ext cx="61100" cy="81825"/>
            </a:xfrm>
            <a:custGeom>
              <a:rect b="b" l="l" r="r" t="t"/>
              <a:pathLst>
                <a:path extrusionOk="0" h="3273" w="2444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5594700" y="3987675"/>
              <a:ext cx="61075" cy="81825"/>
            </a:xfrm>
            <a:custGeom>
              <a:rect b="b" l="l" r="r" t="t"/>
              <a:pathLst>
                <a:path extrusionOk="0" h="3273" w="244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8"/>
            <p:cNvSpPr/>
            <p:nvPr/>
          </p:nvSpPr>
          <p:spPr>
            <a:xfrm>
              <a:off x="5324825" y="3732450"/>
              <a:ext cx="372475" cy="218600"/>
            </a:xfrm>
            <a:custGeom>
              <a:rect b="b" l="l" r="r" t="t"/>
              <a:pathLst>
                <a:path extrusionOk="0" h="8744" w="14899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48"/>
          <p:cNvSpPr/>
          <p:nvPr/>
        </p:nvSpPr>
        <p:spPr>
          <a:xfrm>
            <a:off x="4844905" y="3182557"/>
            <a:ext cx="392042" cy="392021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1" name="Google Shape;951;p48"/>
          <p:cNvGrpSpPr/>
          <p:nvPr/>
        </p:nvGrpSpPr>
        <p:grpSpPr>
          <a:xfrm>
            <a:off x="5433259" y="3207435"/>
            <a:ext cx="342008" cy="342029"/>
            <a:chOff x="6654650" y="3665275"/>
            <a:chExt cx="409100" cy="409125"/>
          </a:xfrm>
        </p:grpSpPr>
        <p:sp>
          <p:nvSpPr>
            <p:cNvPr id="952" name="Google Shape;952;p48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4" name="Google Shape;954;p48"/>
          <p:cNvGrpSpPr/>
          <p:nvPr/>
        </p:nvGrpSpPr>
        <p:grpSpPr>
          <a:xfrm>
            <a:off x="347223" y="3756667"/>
            <a:ext cx="370599" cy="370620"/>
            <a:chOff x="570875" y="4322250"/>
            <a:chExt cx="443300" cy="443325"/>
          </a:xfrm>
        </p:grpSpPr>
        <p:sp>
          <p:nvSpPr>
            <p:cNvPr id="955" name="Google Shape;955;p48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9" name="Google Shape;959;p48"/>
          <p:cNvSpPr/>
          <p:nvPr/>
        </p:nvSpPr>
        <p:spPr>
          <a:xfrm>
            <a:off x="895469" y="3828789"/>
            <a:ext cx="401238" cy="22666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0" name="Google Shape;960;p48"/>
          <p:cNvGrpSpPr/>
          <p:nvPr/>
        </p:nvGrpSpPr>
        <p:grpSpPr>
          <a:xfrm>
            <a:off x="1524812" y="3729120"/>
            <a:ext cx="269526" cy="425712"/>
            <a:chOff x="1979475" y="4289300"/>
            <a:chExt cx="322400" cy="509225"/>
          </a:xfrm>
        </p:grpSpPr>
        <p:sp>
          <p:nvSpPr>
            <p:cNvPr id="961" name="Google Shape;961;p48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8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8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48"/>
          <p:cNvGrpSpPr/>
          <p:nvPr/>
        </p:nvGrpSpPr>
        <p:grpSpPr>
          <a:xfrm>
            <a:off x="2064346" y="3734722"/>
            <a:ext cx="318014" cy="414510"/>
            <a:chOff x="2624850" y="4296000"/>
            <a:chExt cx="380400" cy="495825"/>
          </a:xfrm>
        </p:grpSpPr>
        <p:sp>
          <p:nvSpPr>
            <p:cNvPr id="965" name="Google Shape;965;p48"/>
            <p:cNvSpPr/>
            <p:nvPr/>
          </p:nvSpPr>
          <p:spPr>
            <a:xfrm>
              <a:off x="2845875" y="4296000"/>
              <a:ext cx="126425" cy="125800"/>
            </a:xfrm>
            <a:custGeom>
              <a:rect b="b" l="l" r="r" t="t"/>
              <a:pathLst>
                <a:path extrusionOk="0" h="5032" w="5057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8"/>
            <p:cNvSpPr/>
            <p:nvPr/>
          </p:nvSpPr>
          <p:spPr>
            <a:xfrm>
              <a:off x="2635850" y="4316150"/>
              <a:ext cx="369400" cy="475675"/>
            </a:xfrm>
            <a:custGeom>
              <a:rect b="b" l="l" r="r" t="t"/>
              <a:pathLst>
                <a:path extrusionOk="0" h="19027" w="14776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8"/>
            <p:cNvSpPr/>
            <p:nvPr/>
          </p:nvSpPr>
          <p:spPr>
            <a:xfrm>
              <a:off x="2624850" y="4357675"/>
              <a:ext cx="171600" cy="171600"/>
            </a:xfrm>
            <a:custGeom>
              <a:rect b="b" l="l" r="r" t="t"/>
              <a:pathLst>
                <a:path extrusionOk="0" h="6864" w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8" name="Google Shape;968;p48"/>
          <p:cNvSpPr/>
          <p:nvPr/>
        </p:nvSpPr>
        <p:spPr>
          <a:xfrm>
            <a:off x="3180303" y="3772127"/>
            <a:ext cx="339959" cy="339980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8"/>
          <p:cNvSpPr/>
          <p:nvPr/>
        </p:nvSpPr>
        <p:spPr>
          <a:xfrm>
            <a:off x="2616754" y="3793571"/>
            <a:ext cx="339959" cy="297094"/>
          </a:xfrm>
          <a:custGeom>
            <a:rect b="b" l="l" r="r" t="t"/>
            <a:pathLst>
              <a:path extrusionOk="0" h="14215" w="16266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8"/>
          <p:cNvSpPr/>
          <p:nvPr/>
        </p:nvSpPr>
        <p:spPr>
          <a:xfrm>
            <a:off x="3742304" y="3770601"/>
            <a:ext cx="343053" cy="343032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1" name="Google Shape;971;p48"/>
          <p:cNvGrpSpPr/>
          <p:nvPr/>
        </p:nvGrpSpPr>
        <p:grpSpPr>
          <a:xfrm>
            <a:off x="4280686" y="3775560"/>
            <a:ext cx="393045" cy="332833"/>
            <a:chOff x="5275975" y="4344850"/>
            <a:chExt cx="470150" cy="398125"/>
          </a:xfrm>
        </p:grpSpPr>
        <p:sp>
          <p:nvSpPr>
            <p:cNvPr id="972" name="Google Shape;972;p48"/>
            <p:cNvSpPr/>
            <p:nvPr/>
          </p:nvSpPr>
          <p:spPr>
            <a:xfrm>
              <a:off x="566125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8"/>
            <p:cNvSpPr/>
            <p:nvPr/>
          </p:nvSpPr>
          <p:spPr>
            <a:xfrm>
              <a:off x="529490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8"/>
            <p:cNvSpPr/>
            <p:nvPr/>
          </p:nvSpPr>
          <p:spPr>
            <a:xfrm>
              <a:off x="5275975" y="4344850"/>
              <a:ext cx="470150" cy="334025"/>
            </a:xfrm>
            <a:custGeom>
              <a:rect b="b" l="l" r="r" t="t"/>
              <a:pathLst>
                <a:path extrusionOk="0" h="13361" w="18806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5" name="Google Shape;975;p48"/>
          <p:cNvSpPr/>
          <p:nvPr/>
        </p:nvSpPr>
        <p:spPr>
          <a:xfrm>
            <a:off x="4864301" y="3765502"/>
            <a:ext cx="353252" cy="353231"/>
          </a:xfrm>
          <a:custGeom>
            <a:rect b="b" l="l" r="r" t="t"/>
            <a:pathLst>
              <a:path extrusionOk="0" h="16901" w="16902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48"/>
          <p:cNvGrpSpPr/>
          <p:nvPr/>
        </p:nvGrpSpPr>
        <p:grpSpPr>
          <a:xfrm>
            <a:off x="5423039" y="3748516"/>
            <a:ext cx="362448" cy="386922"/>
            <a:chOff x="6642425" y="4312500"/>
            <a:chExt cx="433550" cy="462825"/>
          </a:xfrm>
        </p:grpSpPr>
        <p:sp>
          <p:nvSpPr>
            <p:cNvPr id="977" name="Google Shape;977;p48"/>
            <p:cNvSpPr/>
            <p:nvPr/>
          </p:nvSpPr>
          <p:spPr>
            <a:xfrm>
              <a:off x="6642425" y="4687375"/>
              <a:ext cx="433550" cy="39125"/>
            </a:xfrm>
            <a:custGeom>
              <a:rect b="b" l="l" r="r" t="t"/>
              <a:pathLst>
                <a:path extrusionOk="0" h="1565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8"/>
            <p:cNvSpPr/>
            <p:nvPr/>
          </p:nvSpPr>
          <p:spPr>
            <a:xfrm>
              <a:off x="6642425" y="4736225"/>
              <a:ext cx="433550" cy="39100"/>
            </a:xfrm>
            <a:custGeom>
              <a:rect b="b" l="l" r="r" t="t"/>
              <a:pathLst>
                <a:path extrusionOk="0" h="1564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8"/>
            <p:cNvSpPr/>
            <p:nvPr/>
          </p:nvSpPr>
          <p:spPr>
            <a:xfrm>
              <a:off x="6684575" y="4312500"/>
              <a:ext cx="349875" cy="377350"/>
            </a:xfrm>
            <a:custGeom>
              <a:rect b="b" l="l" r="r" t="t"/>
              <a:pathLst>
                <a:path extrusionOk="0" h="15094" w="13995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0" name="Google Shape;980;p48"/>
          <p:cNvSpPr/>
          <p:nvPr/>
        </p:nvSpPr>
        <p:spPr>
          <a:xfrm>
            <a:off x="299775" y="4368343"/>
            <a:ext cx="465527" cy="274647"/>
          </a:xfrm>
          <a:custGeom>
            <a:rect b="b" l="l" r="r" t="t"/>
            <a:pathLst>
              <a:path extrusionOk="0" h="13141" w="22274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1" name="Google Shape;981;p48"/>
          <p:cNvGrpSpPr/>
          <p:nvPr/>
        </p:nvGrpSpPr>
        <p:grpSpPr>
          <a:xfrm>
            <a:off x="910227" y="4322764"/>
            <a:ext cx="371623" cy="365499"/>
            <a:chOff x="1244325" y="4999400"/>
            <a:chExt cx="444525" cy="437200"/>
          </a:xfrm>
        </p:grpSpPr>
        <p:sp>
          <p:nvSpPr>
            <p:cNvPr id="982" name="Google Shape;982;p48"/>
            <p:cNvSpPr/>
            <p:nvPr/>
          </p:nvSpPr>
          <p:spPr>
            <a:xfrm>
              <a:off x="1244325" y="5161200"/>
              <a:ext cx="374925" cy="222275"/>
            </a:xfrm>
            <a:custGeom>
              <a:rect b="b" l="l" r="r" t="t"/>
              <a:pathLst>
                <a:path extrusionOk="0" h="8891" w="14997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8"/>
            <p:cNvSpPr/>
            <p:nvPr/>
          </p:nvSpPr>
          <p:spPr>
            <a:xfrm>
              <a:off x="1244325" y="5397500"/>
              <a:ext cx="444525" cy="39100"/>
            </a:xfrm>
            <a:custGeom>
              <a:rect b="b" l="l" r="r" t="t"/>
              <a:pathLst>
                <a:path extrusionOk="0" h="1564" w="17781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8"/>
            <p:cNvSpPr/>
            <p:nvPr/>
          </p:nvSpPr>
          <p:spPr>
            <a:xfrm>
              <a:off x="1451925" y="4999400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8"/>
            <p:cNvSpPr/>
            <p:nvPr/>
          </p:nvSpPr>
          <p:spPr>
            <a:xfrm>
              <a:off x="1407975" y="4999400"/>
              <a:ext cx="31150" cy="129450"/>
            </a:xfrm>
            <a:custGeom>
              <a:rect b="b" l="l" r="r" t="t"/>
              <a:pathLst>
                <a:path extrusionOk="0" h="5178" w="1246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8"/>
            <p:cNvSpPr/>
            <p:nvPr/>
          </p:nvSpPr>
          <p:spPr>
            <a:xfrm>
              <a:off x="1495900" y="4999400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7" name="Google Shape;987;p48"/>
          <p:cNvGrpSpPr/>
          <p:nvPr/>
        </p:nvGrpSpPr>
        <p:grpSpPr>
          <a:xfrm>
            <a:off x="1506943" y="4311018"/>
            <a:ext cx="305265" cy="388970"/>
            <a:chOff x="1958100" y="4985350"/>
            <a:chExt cx="365150" cy="465275"/>
          </a:xfrm>
        </p:grpSpPr>
        <p:sp>
          <p:nvSpPr>
            <p:cNvPr id="988" name="Google Shape;988;p48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8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8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1" name="Google Shape;991;p48"/>
          <p:cNvGrpSpPr/>
          <p:nvPr/>
        </p:nvGrpSpPr>
        <p:grpSpPr>
          <a:xfrm>
            <a:off x="2048002" y="4325815"/>
            <a:ext cx="350200" cy="359877"/>
            <a:chOff x="2605300" y="5003050"/>
            <a:chExt cx="418900" cy="430475"/>
          </a:xfrm>
        </p:grpSpPr>
        <p:sp>
          <p:nvSpPr>
            <p:cNvPr id="992" name="Google Shape;992;p48"/>
            <p:cNvSpPr/>
            <p:nvPr/>
          </p:nvSpPr>
          <p:spPr>
            <a:xfrm>
              <a:off x="2820225" y="5222250"/>
              <a:ext cx="202750" cy="211275"/>
            </a:xfrm>
            <a:custGeom>
              <a:rect b="b" l="l" r="r" t="t"/>
              <a:pathLst>
                <a:path extrusionOk="0" h="8451" w="811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8"/>
            <p:cNvSpPr/>
            <p:nvPr/>
          </p:nvSpPr>
          <p:spPr>
            <a:xfrm>
              <a:off x="2606525" y="5003050"/>
              <a:ext cx="203975" cy="208225"/>
            </a:xfrm>
            <a:custGeom>
              <a:rect b="b" l="l" r="r" t="t"/>
              <a:pathLst>
                <a:path extrusionOk="0" h="8329" w="815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8"/>
            <p:cNvSpPr/>
            <p:nvPr/>
          </p:nvSpPr>
          <p:spPr>
            <a:xfrm>
              <a:off x="2605300" y="5008550"/>
              <a:ext cx="418900" cy="418875"/>
            </a:xfrm>
            <a:custGeom>
              <a:rect b="b" l="l" r="r" t="t"/>
              <a:pathLst>
                <a:path extrusionOk="0" h="16755" w="16756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48"/>
          <p:cNvGrpSpPr/>
          <p:nvPr/>
        </p:nvGrpSpPr>
        <p:grpSpPr>
          <a:xfrm>
            <a:off x="2577336" y="4333486"/>
            <a:ext cx="418585" cy="344056"/>
            <a:chOff x="3238475" y="5012225"/>
            <a:chExt cx="500700" cy="411550"/>
          </a:xfrm>
        </p:grpSpPr>
        <p:sp>
          <p:nvSpPr>
            <p:cNvPr id="996" name="Google Shape;996;p48"/>
            <p:cNvSpPr/>
            <p:nvPr/>
          </p:nvSpPr>
          <p:spPr>
            <a:xfrm>
              <a:off x="3238475" y="5315050"/>
              <a:ext cx="500700" cy="108725"/>
            </a:xfrm>
            <a:custGeom>
              <a:rect b="b" l="l" r="r" t="t"/>
              <a:pathLst>
                <a:path extrusionOk="0" h="4349" w="20028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8"/>
            <p:cNvSpPr/>
            <p:nvPr/>
          </p:nvSpPr>
          <p:spPr>
            <a:xfrm>
              <a:off x="3282450" y="5160575"/>
              <a:ext cx="412750" cy="140475"/>
            </a:xfrm>
            <a:custGeom>
              <a:rect b="b" l="l" r="r" t="t"/>
              <a:pathLst>
                <a:path extrusionOk="0" h="5619" w="1651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8"/>
            <p:cNvSpPr/>
            <p:nvPr/>
          </p:nvSpPr>
          <p:spPr>
            <a:xfrm>
              <a:off x="3473550" y="5012225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8"/>
            <p:cNvSpPr/>
            <p:nvPr/>
          </p:nvSpPr>
          <p:spPr>
            <a:xfrm>
              <a:off x="3429575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8"/>
            <p:cNvSpPr/>
            <p:nvPr/>
          </p:nvSpPr>
          <p:spPr>
            <a:xfrm>
              <a:off x="3516900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1" name="Google Shape;1001;p48"/>
          <p:cNvGrpSpPr/>
          <p:nvPr/>
        </p:nvGrpSpPr>
        <p:grpSpPr>
          <a:xfrm>
            <a:off x="3683970" y="4296723"/>
            <a:ext cx="459424" cy="417561"/>
            <a:chOff x="4562200" y="4968250"/>
            <a:chExt cx="549550" cy="499475"/>
          </a:xfrm>
        </p:grpSpPr>
        <p:sp>
          <p:nvSpPr>
            <p:cNvPr id="1002" name="Google Shape;1002;p48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8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8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8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8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7" name="Google Shape;1007;p48"/>
          <p:cNvGrpSpPr/>
          <p:nvPr/>
        </p:nvGrpSpPr>
        <p:grpSpPr>
          <a:xfrm>
            <a:off x="3190898" y="4320214"/>
            <a:ext cx="318516" cy="370076"/>
            <a:chOff x="3972400" y="4996350"/>
            <a:chExt cx="381000" cy="442675"/>
          </a:xfrm>
        </p:grpSpPr>
        <p:sp>
          <p:nvSpPr>
            <p:cNvPr id="1008" name="Google Shape;1008;p48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8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48"/>
          <p:cNvGrpSpPr/>
          <p:nvPr/>
        </p:nvGrpSpPr>
        <p:grpSpPr>
          <a:xfrm>
            <a:off x="4251594" y="4289073"/>
            <a:ext cx="451252" cy="432860"/>
            <a:chOff x="5241175" y="4959100"/>
            <a:chExt cx="539775" cy="517775"/>
          </a:xfrm>
        </p:grpSpPr>
        <p:sp>
          <p:nvSpPr>
            <p:cNvPr id="1011" name="Google Shape;1011;p48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8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8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8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8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8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48"/>
          <p:cNvSpPr/>
          <p:nvPr/>
        </p:nvSpPr>
        <p:spPr>
          <a:xfrm>
            <a:off x="4842355" y="4395912"/>
            <a:ext cx="397142" cy="219513"/>
          </a:xfrm>
          <a:custGeom>
            <a:rect b="b" l="l" r="r" t="t"/>
            <a:pathLst>
              <a:path extrusionOk="0" h="10503" w="19002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8" name="Google Shape;1018;p48"/>
          <p:cNvGrpSpPr/>
          <p:nvPr/>
        </p:nvGrpSpPr>
        <p:grpSpPr>
          <a:xfrm>
            <a:off x="5458778" y="4353382"/>
            <a:ext cx="289444" cy="332833"/>
            <a:chOff x="6685175" y="5036025"/>
            <a:chExt cx="346225" cy="398125"/>
          </a:xfrm>
        </p:grpSpPr>
        <p:sp>
          <p:nvSpPr>
            <p:cNvPr id="1019" name="Google Shape;1019;p48"/>
            <p:cNvSpPr/>
            <p:nvPr/>
          </p:nvSpPr>
          <p:spPr>
            <a:xfrm>
              <a:off x="6743800" y="5036025"/>
              <a:ext cx="105650" cy="147775"/>
            </a:xfrm>
            <a:custGeom>
              <a:rect b="b" l="l" r="r" t="t"/>
              <a:pathLst>
                <a:path extrusionOk="0" h="5911" w="4226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8"/>
            <p:cNvSpPr/>
            <p:nvPr/>
          </p:nvSpPr>
          <p:spPr>
            <a:xfrm>
              <a:off x="6685175" y="5152025"/>
              <a:ext cx="84275" cy="117275"/>
            </a:xfrm>
            <a:custGeom>
              <a:rect b="b" l="l" r="r" t="t"/>
              <a:pathLst>
                <a:path extrusionOk="0" h="4691" w="337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8"/>
            <p:cNvSpPr/>
            <p:nvPr/>
          </p:nvSpPr>
          <p:spPr>
            <a:xfrm>
              <a:off x="6871400" y="5038475"/>
              <a:ext cx="105650" cy="145325"/>
            </a:xfrm>
            <a:custGeom>
              <a:rect b="b" l="l" r="r" t="t"/>
              <a:pathLst>
                <a:path extrusionOk="0" h="5813" w="4226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8"/>
            <p:cNvSpPr/>
            <p:nvPr/>
          </p:nvSpPr>
          <p:spPr>
            <a:xfrm>
              <a:off x="6944050" y="5155700"/>
              <a:ext cx="87350" cy="116025"/>
            </a:xfrm>
            <a:custGeom>
              <a:rect b="b" l="l" r="r" t="t"/>
              <a:pathLst>
                <a:path extrusionOk="0" h="4641" w="3494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8"/>
            <p:cNvSpPr/>
            <p:nvPr/>
          </p:nvSpPr>
          <p:spPr>
            <a:xfrm>
              <a:off x="6727300" y="5185625"/>
              <a:ext cx="263800" cy="248525"/>
            </a:xfrm>
            <a:custGeom>
              <a:rect b="b" l="l" r="r" t="t"/>
              <a:pathLst>
                <a:path extrusionOk="0" h="9941" w="10552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4" name="Google Shape;1024;p48"/>
          <p:cNvGrpSpPr/>
          <p:nvPr/>
        </p:nvGrpSpPr>
        <p:grpSpPr>
          <a:xfrm>
            <a:off x="6359617" y="1877599"/>
            <a:ext cx="432570" cy="421334"/>
            <a:chOff x="5926225" y="921350"/>
            <a:chExt cx="517800" cy="504350"/>
          </a:xfrm>
        </p:grpSpPr>
        <p:sp>
          <p:nvSpPr>
            <p:cNvPr id="1025" name="Google Shape;1025;p4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1026" name="Google Shape;1026;p4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1027" name="Google Shape;1027;p48"/>
          <p:cNvSpPr/>
          <p:nvPr/>
        </p:nvSpPr>
        <p:spPr>
          <a:xfrm>
            <a:off x="6553538" y="211365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8" name="Google Shape;1028;p48"/>
          <p:cNvGrpSpPr/>
          <p:nvPr/>
        </p:nvGrpSpPr>
        <p:grpSpPr>
          <a:xfrm>
            <a:off x="7244605" y="1856979"/>
            <a:ext cx="432570" cy="421334"/>
            <a:chOff x="5926225" y="921350"/>
            <a:chExt cx="517800" cy="504350"/>
          </a:xfrm>
        </p:grpSpPr>
        <p:sp>
          <p:nvSpPr>
            <p:cNvPr id="1029" name="Google Shape;1029;p4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F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F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1" name="Google Shape;1031;p48"/>
          <p:cNvSpPr/>
          <p:nvPr/>
        </p:nvSpPr>
        <p:spPr>
          <a:xfrm>
            <a:off x="7438526" y="209303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2" name="Google Shape;1032;p48"/>
          <p:cNvGrpSpPr/>
          <p:nvPr/>
        </p:nvGrpSpPr>
        <p:grpSpPr>
          <a:xfrm>
            <a:off x="6359885" y="2606021"/>
            <a:ext cx="1075937" cy="1047989"/>
            <a:chOff x="5926225" y="921350"/>
            <a:chExt cx="517800" cy="504350"/>
          </a:xfrm>
        </p:grpSpPr>
        <p:sp>
          <p:nvSpPr>
            <p:cNvPr id="1033" name="Google Shape;1033;p4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cap="flat" cmpd="sng" w="28575">
              <a:solidFill>
                <a:srgbClr val="0000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cap="flat" cmpd="sng" w="28575">
              <a:solidFill>
                <a:srgbClr val="0000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5" name="Google Shape;1035;p48"/>
          <p:cNvSpPr/>
          <p:nvPr/>
        </p:nvSpPr>
        <p:spPr>
          <a:xfrm>
            <a:off x="6842198" y="3193118"/>
            <a:ext cx="997288" cy="56337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8"/>
          <p:cNvSpPr txBox="1"/>
          <p:nvPr/>
        </p:nvSpPr>
        <p:spPr>
          <a:xfrm>
            <a:off x="6248575" y="312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. 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This means that you can: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T Serif"/>
              <a:buChar char="●"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Resize them without losing quality.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T Serif"/>
              <a:buChar char="●"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Change fill color and opacity.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T Serif"/>
              <a:buChar char="●"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Change line color, width and style.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Isn’t that nice? :)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Examples:</a:t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037" name="Google Shape;1037;p48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6AA84F"/>
                </a:solidFill>
              </a:rPr>
              <a:t>‹#›</a:t>
            </a:fld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49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1043" name="Google Shape;1043;p49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9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9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9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9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9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9" name="Google Shape;1049;p49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1050" name="Google Shape;1050;p49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9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9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9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4" name="Google Shape;1054;p49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1055" name="Google Shape;1055;p49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9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9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8" name="Google Shape;1058;p49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1059" name="Google Shape;1059;p49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9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9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9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9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4" name="Google Shape;1064;p49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1065" name="Google Shape;1065;p49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9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9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8" name="Google Shape;1068;p49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1069" name="Google Shape;1069;p49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9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9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9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3" name="Google Shape;1073;p49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1074" name="Google Shape;1074;p49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9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9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9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9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9" name="Google Shape;1079;p49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1080" name="Google Shape;1080;p49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9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9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9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9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49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6" name="Google Shape;1086;p49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1087" name="Google Shape;1087;p49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9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9" name="Google Shape;1089;p49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1090" name="Google Shape;1090;p49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9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9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49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1094" name="Google Shape;1094;p49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9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9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9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0" name="Google Shape;1100;p49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1101" name="Google Shape;1101;p49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9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9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9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9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6" name="Google Shape;1106;p49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1107" name="Google Shape;1107;p49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9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9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0" name="Google Shape;1110;p49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1111" name="Google Shape;1111;p49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1112" name="Google Shape;1112;p49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49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49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49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49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49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49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49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49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49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2" name="Google Shape;1122;p49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9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9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9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9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8" name="Google Shape;1128;p49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129" name="Google Shape;1129;p49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3" name="Google Shape;1133;p49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134" name="Google Shape;1134;p49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9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49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140" name="Google Shape;1140;p49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9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9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6" name="Google Shape;1146;p49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147" name="Google Shape;1147;p49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9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1" name="Google Shape;1151;p49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152" name="Google Shape;1152;p49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6" name="Google Shape;1156;p49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157" name="Google Shape;1157;p49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9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9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9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9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2" name="Google Shape;1162;p49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163" name="Google Shape;1163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3" name="Google Shape;1173;p49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174" name="Google Shape;1174;p49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9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9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7" name="Google Shape;1177;p49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178" name="Google Shape;1178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8" name="Google Shape;1188;p49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189" name="Google Shape;1189;p49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9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9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9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3" name="Google Shape;1193;p49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194" name="Google Shape;1194;p49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49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49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49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49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49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49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49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49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49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4" name="Google Shape;1204;p49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205" name="Google Shape;1205;p49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9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9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9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9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9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9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2" name="Google Shape;1212;p49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213" name="Google Shape;1213;p49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9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9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9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7" name="Google Shape;1217;p49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218" name="Google Shape;1218;p49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9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9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9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2" name="Google Shape;1222;p49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223" name="Google Shape;1223;p49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9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9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9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9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8" name="Google Shape;1228;p49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229" name="Google Shape;1229;p49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9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9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5" name="Google Shape;1235;p49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236" name="Google Shape;1236;p49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9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9" name="Google Shape;1239;p49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240" name="Google Shape;1240;p49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9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9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9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9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5" name="Google Shape;1245;p49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246" name="Google Shape;1246;p49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9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9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49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49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2" name="Google Shape;1252;p49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253" name="Google Shape;1253;p49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9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9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6" name="Google Shape;1256;p49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257" name="Google Shape;1257;p49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9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9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9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1" name="Google Shape;1261;p49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262" name="Google Shape;1262;p49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49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49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49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49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49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8" name="Google Shape;1268;p49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269" name="Google Shape;1269;p49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9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9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9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9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49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49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6" name="Google Shape;1276;p49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277" name="Google Shape;1277;p49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49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49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9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1" name="Google Shape;1281;p49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282" name="Google Shape;1282;p49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9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49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49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286" name="Google Shape;1286;p49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9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9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9" name="Google Shape;1289;p49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290" name="Google Shape;1290;p49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49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49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49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4" name="Google Shape;1294;p49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295" name="Google Shape;1295;p49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49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49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49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9" name="Google Shape;1299;p49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300" name="Google Shape;1300;p49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49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49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9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9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5" name="Google Shape;1305;p49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306" name="Google Shape;1306;p49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49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49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49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49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9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2" name="Google Shape;1312;p49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313" name="Google Shape;1313;p49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9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49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49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49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9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9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0" name="Google Shape;1320;p49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321" name="Google Shape;1321;p49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49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49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49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9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49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49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49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49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49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49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49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3" name="Google Shape;1333;p49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334" name="Google Shape;1334;p49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49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9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9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8" name="Google Shape;1338;p49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339" name="Google Shape;1339;p49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49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49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2" name="Google Shape;1342;p49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343" name="Google Shape;1343;p49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49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49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49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9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49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9" name="Google Shape;1349;p49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350" name="Google Shape;1350;p49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49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49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49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49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49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49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49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8" name="Google Shape;1358;p49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359" name="Google Shape;1359;p49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49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49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9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49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49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49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49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49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49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49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49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1" name="Google Shape;1371;p49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372" name="Google Shape;1372;p49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49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49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49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49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49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49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49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49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49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49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49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4" name="Google Shape;1384;p49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385" name="Google Shape;1385;p49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49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49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49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49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49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49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49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49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49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7" name="Google Shape;1397;p49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398" name="Google Shape;1398;p49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49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49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49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405" name="Google Shape;1405;p49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49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49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49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9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49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0" name="Google Shape;1420;p49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421" name="Google Shape;1421;p49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422" name="Google Shape;1422;p49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49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49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5" name="Google Shape;1425;p49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426" name="Google Shape;1426;p49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49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49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9" name="Google Shape;1429;p49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430" name="Google Shape;1430;p49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49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49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3" name="Google Shape;1433;p49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434" name="Google Shape;1434;p49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49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49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7" name="Google Shape;1437;p49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438" name="Google Shape;1438;p49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6" name="Google Shape;1446;p49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447" name="Google Shape;1447;p49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49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49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49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49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1" name="Google Shape;1471;p49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472" name="Google Shape;1472;p49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473" name="Google Shape;1473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5" name="Google Shape;1475;p49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476" name="Google Shape;1476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8" name="Google Shape;1478;p49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479" name="Google Shape;1479;p49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49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81" name="Google Shape;1481;p49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482" name="Google Shape;1482;p4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83" name="Google Shape;1483;p49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484" name="Google Shape;1484;p49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50"/>
          <p:cNvSpPr txBox="1"/>
          <p:nvPr/>
        </p:nvSpPr>
        <p:spPr>
          <a:xfrm>
            <a:off x="2163850" y="6094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Now you can use any emoji as an icon!</a:t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And of course it resizes without losing quality and you can change the color.</a:t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How? Follow Google instructions </a:t>
            </a:r>
            <a:r>
              <a:rPr lang="en" u="sng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https://twitter.com/googledocs/status/730087240156643328</a:t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493" name="Google Shape;1493;p50"/>
          <p:cNvSpPr txBox="1"/>
          <p:nvPr/>
        </p:nvSpPr>
        <p:spPr>
          <a:xfrm>
            <a:off x="808100" y="20694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004046"/>
                </a:highlight>
                <a:latin typeface="PT Serif"/>
                <a:ea typeface="PT Serif"/>
                <a:cs typeface="PT Serif"/>
                <a:sym typeface="PT Serif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004046"/>
              </a:highlight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494" name="Google Shape;1494;p50"/>
          <p:cNvSpPr txBox="1"/>
          <p:nvPr/>
        </p:nvSpPr>
        <p:spPr>
          <a:xfrm>
            <a:off x="648975" y="5516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93C47D"/>
                </a:solidFill>
              </a:rPr>
              <a:t>😉</a:t>
            </a:r>
            <a:endParaRPr sz="9600">
              <a:solidFill>
                <a:srgbClr val="93C47D"/>
              </a:solidFill>
            </a:endParaRPr>
          </a:p>
        </p:txBody>
      </p:sp>
      <p:sp>
        <p:nvSpPr>
          <p:cNvPr id="1495" name="Google Shape;1495;p5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6AA84F"/>
                </a:solidFill>
              </a:rPr>
              <a:t>‹#›</a:t>
            </a:fld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51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2" name="Google Shape;1502;p51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503" name="Google Shape;1503;p51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504" name="Google Shape;1504;p51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05" name="Google Shape;1505;p51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06" name="Google Shape;1506;p51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507" name="Google Shape;1507;p51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08" name="Google Shape;1508;p51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09" name="Google Shape;1509;p51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510" name="Google Shape;1510;p51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11" name="Google Shape;1511;p51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12" name="Google Shape;1512;p51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513" name="Google Shape;1513;p51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14" name="Google Shape;1514;p51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lthasar template">
  <a:themeElements>
    <a:clrScheme name="Custom 347">
      <a:dk1>
        <a:srgbClr val="EFEFEF"/>
      </a:dk1>
      <a:lt1>
        <a:srgbClr val="004046"/>
      </a:lt1>
      <a:dk2>
        <a:srgbClr val="6AA84F"/>
      </a:dk2>
      <a:lt2>
        <a:srgbClr val="007074"/>
      </a:lt2>
      <a:accent1>
        <a:srgbClr val="00BFC9"/>
      </a:accent1>
      <a:accent2>
        <a:srgbClr val="00FFFF"/>
      </a:accent2>
      <a:accent3>
        <a:srgbClr val="DDFFFF"/>
      </a:accent3>
      <a:accent4>
        <a:srgbClr val="B6D7A8"/>
      </a:accent4>
      <a:accent5>
        <a:srgbClr val="D9D9D9"/>
      </a:accent5>
      <a:accent6>
        <a:srgbClr val="004046"/>
      </a:accent6>
      <a:hlink>
        <a:srgbClr val="00BFC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